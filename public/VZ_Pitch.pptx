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ags/tag27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28.xml" ContentType="application/vnd.openxmlformats-officedocument.presentationml.tags+xml"/>
  <Override PartName="/ppt/notesSlides/notesSlide1.xml" ContentType="application/vnd.openxmlformats-officedocument.presentationml.notesSlide+xml"/>
  <Override PartName="/ppt/comments/modernComment_109_D396FB81.xml" ContentType="application/vnd.ms-powerpoint.comment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2.xml" ContentType="application/vnd.openxmlformats-officedocument.presentationml.notesSlide+xml"/>
  <Override PartName="/ppt/tags/tag3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omments/modernComment_14E_3980E28E.xml" ContentType="application/vnd.ms-powerpoint.comments+xml"/>
  <Override PartName="/ppt/notesSlides/notesSlide7.xml" ContentType="application/vnd.openxmlformats-officedocument.presentationml.notesSlide+xml"/>
  <Override PartName="/ppt/comments/modernComment_122_55934343.xml" ContentType="application/vnd.ms-powerpoint.comments+xml"/>
  <Override PartName="/ppt/tags/tag60.xml" ContentType="application/vnd.openxmlformats-officedocument.presentationml.tags+xml"/>
  <Override PartName="/ppt/notesSlides/notesSlide8.xml" ContentType="application/vnd.openxmlformats-officedocument.presentationml.notesSlide+xml"/>
  <Override PartName="/ppt/tags/tag61.xml" ContentType="application/vnd.openxmlformats-officedocument.presentationml.tags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62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63.xml" ContentType="application/vnd.openxmlformats-officedocument.presentationml.tags+xml"/>
  <Override PartName="/ppt/notesSlides/notesSlide11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charts/chart6.xml" ContentType="application/vnd.openxmlformats-officedocument.drawingml.chart+xml"/>
  <Override PartName="/ppt/tags/tag70.xml" ContentType="application/vnd.openxmlformats-officedocument.presentationml.tags+xml"/>
  <Override PartName="/ppt/notesSlides/notesSlide12.xml" ContentType="application/vnd.openxmlformats-officedocument.presentationml.notesSlide+xml"/>
  <Override PartName="/ppt/comments/modernComment_130_481DE0E3.xml" ContentType="application/vnd.ms-powerpoint.comments+xml"/>
  <Override PartName="/ppt/charts/chart7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71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72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73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10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charts/chart11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2.xml" ContentType="application/vnd.openxmlformats-officedocument.drawingml.chart+xml"/>
  <Override PartName="/ppt/tags/tag88.xml" ContentType="application/vnd.openxmlformats-officedocument.presentationml.tags+xml"/>
  <Override PartName="/ppt/comments/modernComment_137_D0EB71F.xml" ContentType="application/vnd.ms-powerpoint.comments+xml"/>
  <Override PartName="/ppt/tags/tag89.xml" ContentType="application/vnd.openxmlformats-officedocument.presentationml.tags+xml"/>
  <Override PartName="/ppt/charts/chart13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90.xml" ContentType="application/vnd.openxmlformats-officedocument.presentationml.tags+xml"/>
  <Override PartName="/ppt/notesSlides/notesSlide16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7.xml" ContentType="application/vnd.openxmlformats-officedocument.presentationml.notesSlide+xml"/>
  <Override PartName="/ppt/tags/tag93.xml" ContentType="application/vnd.openxmlformats-officedocument.presentationml.tags+xml"/>
  <Override PartName="/ppt/notesSlides/notesSlide18.xml" ContentType="application/vnd.openxmlformats-officedocument.presentationml.notesSlide+xml"/>
  <Override PartName="/ppt/tags/tag94.xml" ContentType="application/vnd.openxmlformats-officedocument.presentationml.tags+xml"/>
  <Override PartName="/ppt/charts/chart14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4"/>
    <p:sldMasterId id="2147483705" r:id="rId5"/>
    <p:sldMasterId id="2147483730" r:id="rId6"/>
    <p:sldMasterId id="2147483733" r:id="rId7"/>
  </p:sldMasterIdLst>
  <p:notesMasterIdLst>
    <p:notesMasterId r:id="rId43"/>
  </p:notesMasterIdLst>
  <p:handoutMasterIdLst>
    <p:handoutMasterId r:id="rId44"/>
  </p:handoutMasterIdLst>
  <p:sldIdLst>
    <p:sldId id="265" r:id="rId8"/>
    <p:sldId id="301" r:id="rId9"/>
    <p:sldId id="257" r:id="rId10"/>
    <p:sldId id="341" r:id="rId11"/>
    <p:sldId id="342" r:id="rId12"/>
    <p:sldId id="320" r:id="rId13"/>
    <p:sldId id="300" r:id="rId14"/>
    <p:sldId id="297" r:id="rId15"/>
    <p:sldId id="337" r:id="rId16"/>
    <p:sldId id="295" r:id="rId17"/>
    <p:sldId id="336" r:id="rId18"/>
    <p:sldId id="334" r:id="rId19"/>
    <p:sldId id="290" r:id="rId20"/>
    <p:sldId id="340" r:id="rId21"/>
    <p:sldId id="262" r:id="rId22"/>
    <p:sldId id="264" r:id="rId23"/>
    <p:sldId id="263" r:id="rId24"/>
    <p:sldId id="338" r:id="rId25"/>
    <p:sldId id="302" r:id="rId26"/>
    <p:sldId id="303" r:id="rId27"/>
    <p:sldId id="304" r:id="rId28"/>
    <p:sldId id="305" r:id="rId29"/>
    <p:sldId id="306" r:id="rId30"/>
    <p:sldId id="309" r:id="rId31"/>
    <p:sldId id="310" r:id="rId32"/>
    <p:sldId id="311" r:id="rId33"/>
    <p:sldId id="312" r:id="rId34"/>
    <p:sldId id="313" r:id="rId35"/>
    <p:sldId id="315" r:id="rId36"/>
    <p:sldId id="316" r:id="rId37"/>
    <p:sldId id="317" r:id="rId38"/>
    <p:sldId id="318" r:id="rId39"/>
    <p:sldId id="319" r:id="rId40"/>
    <p:sldId id="259" r:id="rId41"/>
    <p:sldId id="343" r:id="rId42"/>
  </p:sldIdLst>
  <p:sldSz cx="12192000" cy="6858000"/>
  <p:notesSz cx="6858000" cy="9144000"/>
  <p:custDataLst>
    <p:tags r:id="rId45"/>
  </p:custDataLst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and Agenda" id="{9EBE6133-E814-E84B-8E78-F9C5EE926CA5}">
          <p14:sldIdLst>
            <p14:sldId id="265"/>
            <p14:sldId id="301"/>
            <p14:sldId id="257"/>
          </p14:sldIdLst>
        </p14:section>
        <p14:section name="Elevator Pitch" id="{2CC33C1E-125A-4C90-BE90-63B9E02B3987}">
          <p14:sldIdLst>
            <p14:sldId id="341"/>
            <p14:sldId id="342"/>
          </p14:sldIdLst>
        </p14:section>
        <p14:section name="Company Overview" id="{B57DC0C6-0E50-4917-9BDB-0F78099985AD}">
          <p14:sldIdLst>
            <p14:sldId id="320"/>
            <p14:sldId id="300"/>
            <p14:sldId id="297"/>
            <p14:sldId id="337"/>
            <p14:sldId id="295"/>
            <p14:sldId id="336"/>
            <p14:sldId id="334"/>
            <p14:sldId id="290"/>
          </p14:sldIdLst>
        </p14:section>
        <p14:section name="Industry overview" id="{65CF6C1F-8493-4647-B804-DF1A022B97A9}">
          <p14:sldIdLst>
            <p14:sldId id="340"/>
            <p14:sldId id="262"/>
            <p14:sldId id="264"/>
            <p14:sldId id="263"/>
            <p14:sldId id="338"/>
          </p14:sldIdLst>
        </p14:section>
        <p14:section name="Issuer Analysis" id="{F6D26092-168C-4BFA-A18C-3AD048A7A9D8}">
          <p14:sldIdLst>
            <p14:sldId id="302"/>
            <p14:sldId id="303"/>
            <p14:sldId id="304"/>
            <p14:sldId id="305"/>
            <p14:sldId id="306"/>
            <p14:sldId id="309"/>
            <p14:sldId id="310"/>
            <p14:sldId id="311"/>
            <p14:sldId id="312"/>
            <p14:sldId id="313"/>
          </p14:sldIdLst>
        </p14:section>
        <p14:section name="Investement Thesis" id="{3537460F-5B4A-44D5-840D-7F63EDA40AAD}">
          <p14:sldIdLst>
            <p14:sldId id="315"/>
            <p14:sldId id="316"/>
          </p14:sldIdLst>
        </p14:section>
        <p14:section name="Recommendation" id="{FF6E23AE-39C3-4A60-A283-56227BE90F7A}">
          <p14:sldIdLst>
            <p14:sldId id="317"/>
            <p14:sldId id="318"/>
          </p14:sldIdLst>
        </p14:section>
        <p14:section name="Team and Back Cover" id="{6070543C-2A38-664E-AFCE-92B5717412EE}">
          <p14:sldIdLst>
            <p14:sldId id="319"/>
            <p14:sldId id="259"/>
            <p14:sldId id="343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DCC820-9FFC-B963-1100-B4131C27B4E4}" name="João José H A Novais Carvalhais" initials="JJHANC" userId="S::39030@novasbe.pt::099e94b2-b8bb-4294-9747-5ad677ee1803" providerId="AD"/>
  <p188:author id="{BFB0863B-8FD4-BF42-76A3-C45DADD4FBC4}" name="Jayamy Diala Camacho Monteiro" initials="JD" userId="S::51734@novasbe.pt::244d8470-8c86-486b-9a54-8921d9b16eff" providerId="AD"/>
  <p188:author id="{DF8B96AB-3A78-22CA-67B8-9C6301E0C924}" name="Alberto Vecchia" initials="AV" userId="S::60267@novasbe.pt::1784ae26-3113-43b7-a5ff-a7fe34752622" providerId="AD"/>
  <p188:author id="{462374B6-9759-C0CF-E4FD-B52198FBA0D4}" name="Leandro Gonçalves Barreira" initials="LG" userId="S::62133@novasbe.pt::11c8c2f8-e9de-4574-b00a-3dfc24fb68b0" providerId="AD"/>
  <p188:author id="{BC4441CB-1834-C364-2882-71CFA968C018}" name="Jorge Moreira de Almeida Rosas" initials="JM" userId="S::76538@novasbe.pt::8aff5a70-67cb-4664-aac3-45a38fbc845d" providerId="AD"/>
  <p188:author id="{854774D4-7EAB-79D6-E046-6BC125C0CA20}" name="Nazir Aly Vassangi Hemrage" initials="NA" userId="S::57070@novasbe.pt::c90f0249-92fe-4750-aaf2-8373750a8adf" providerId="AD"/>
  <p188:author id="{AB220CEC-A0E6-EAFD-6C27-3B0C161D37AC}" name="Rui Jorge Viegas Vaz" initials="RJ" userId="S::68769@novasbe.pt::f5abbc20-3ddc-427b-968f-23d5040360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A400"/>
    <a:srgbClr val="F1F3F7"/>
    <a:srgbClr val="848F99"/>
    <a:srgbClr val="193045"/>
    <a:srgbClr val="1C2E41"/>
    <a:srgbClr val="F1F3F6"/>
    <a:srgbClr val="00C85A"/>
    <a:srgbClr val="E9E901"/>
    <a:srgbClr val="1A2B3C"/>
    <a:srgbClr val="012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C139F7-0C52-4A4D-B4C4-1EB2E3A8B0D4}" v="3" dt="2026-04-20T15:07:41.195"/>
    <p1510:client id="{239A3F1C-2C17-4868-B00D-9FF8F44963D1}" v="835" dt="2026-04-20T10:21:30.451"/>
    <p1510:client id="{5176588B-661D-43DF-B9CC-799FA8BE4167}" v="15" dt="2026-04-20T16:34:10.433"/>
    <p1510:client id="{7141D335-72D4-495E-9D58-D69808CE1D0F}" v="21" dt="2026-04-20T16:55:58.003"/>
    <p1510:client id="{A5F8C291-6EBB-42E3-9132-AC479B964607}" v="2318" dt="2026-04-20T19:10:45.380"/>
    <p1510:client id="{D2D10CED-B30F-FD4E-AF1F-6FA9AD42AB7D}" v="313" dt="2026-04-20T19:32:35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588"/>
  </p:normalViewPr>
  <p:slideViewPr>
    <p:cSldViewPr snapToGrid="0" showGuides="1">
      <p:cViewPr varScale="1">
        <p:scale>
          <a:sx n="102" d="100"/>
          <a:sy n="102" d="100"/>
        </p:scale>
        <p:origin x="8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handoutMaster" Target="handoutMasters/handoutMaster1.xml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presProps" Target="pres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ir Aly Vassangi Hemrage" userId="c90f0249-92fe-4750-aaf2-8373750a8adf" providerId="ADAL" clId="{1766571C-CFE5-4CEC-ABF6-D55E57537953}"/>
    <pc:docChg chg="custSel modSld">
      <pc:chgData name="Nazir Aly Vassangi Hemrage" userId="c90f0249-92fe-4750-aaf2-8373750a8adf" providerId="ADAL" clId="{1766571C-CFE5-4CEC-ABF6-D55E57537953}" dt="2026-04-20T10:21:30.450" v="824" actId="20577"/>
      <pc:docMkLst>
        <pc:docMk/>
      </pc:docMkLst>
      <pc:sldChg chg="delSp mod">
        <pc:chgData name="Nazir Aly Vassangi Hemrage" userId="c90f0249-92fe-4750-aaf2-8373750a8adf" providerId="ADAL" clId="{1766571C-CFE5-4CEC-ABF6-D55E57537953}" dt="2026-04-20T10:18:27.806" v="802" actId="478"/>
        <pc:sldMkLst>
          <pc:docMk/>
          <pc:sldMk cId="4143393041" sldId="264"/>
        </pc:sldMkLst>
        <pc:spChg chg="del">
          <ac:chgData name="Nazir Aly Vassangi Hemrage" userId="c90f0249-92fe-4750-aaf2-8373750a8adf" providerId="ADAL" clId="{1766571C-CFE5-4CEC-ABF6-D55E57537953}" dt="2026-04-20T10:18:27.806" v="802" actId="478"/>
          <ac:spMkLst>
            <pc:docMk/>
            <pc:sldMk cId="4143393041" sldId="264"/>
            <ac:spMk id="13" creationId="{25B34009-F600-1F14-317A-F123E3E61B52}"/>
          </ac:spMkLst>
        </pc:spChg>
        <pc:spChg chg="del">
          <ac:chgData name="Nazir Aly Vassangi Hemrage" userId="c90f0249-92fe-4750-aaf2-8373750a8adf" providerId="ADAL" clId="{1766571C-CFE5-4CEC-ABF6-D55E57537953}" dt="2026-04-20T10:18:24.402" v="801" actId="478"/>
          <ac:spMkLst>
            <pc:docMk/>
            <pc:sldMk cId="4143393041" sldId="264"/>
            <ac:spMk id="15" creationId="{96A544F0-87B8-1173-33A2-032FFA024DCE}"/>
          </ac:spMkLst>
        </pc:spChg>
        <pc:spChg chg="del">
          <ac:chgData name="Nazir Aly Vassangi Hemrage" userId="c90f0249-92fe-4750-aaf2-8373750a8adf" providerId="ADAL" clId="{1766571C-CFE5-4CEC-ABF6-D55E57537953}" dt="2026-04-20T10:18:22.257" v="800" actId="478"/>
          <ac:spMkLst>
            <pc:docMk/>
            <pc:sldMk cId="4143393041" sldId="264"/>
            <ac:spMk id="16" creationId="{EF63EC43-1456-4327-B100-3CD5BA74DE94}"/>
          </ac:spMkLst>
        </pc:spChg>
      </pc:sldChg>
      <pc:sldChg chg="modSp mod">
        <pc:chgData name="Nazir Aly Vassangi Hemrage" userId="c90f0249-92fe-4750-aaf2-8373750a8adf" providerId="ADAL" clId="{1766571C-CFE5-4CEC-ABF6-D55E57537953}" dt="2026-04-20T10:21:30.450" v="824" actId="20577"/>
        <pc:sldMkLst>
          <pc:docMk/>
          <pc:sldMk cId="2544812054" sldId="303"/>
        </pc:sldMkLst>
        <pc:graphicFrameChg chg="modGraphic">
          <ac:chgData name="Nazir Aly Vassangi Hemrage" userId="c90f0249-92fe-4750-aaf2-8373750a8adf" providerId="ADAL" clId="{1766571C-CFE5-4CEC-ABF6-D55E57537953}" dt="2026-04-20T10:21:30.450" v="824" actId="20577"/>
          <ac:graphicFrameMkLst>
            <pc:docMk/>
            <pc:sldMk cId="2544812054" sldId="303"/>
            <ac:graphicFrameMk id="10" creationId="{FFF06803-17E2-7584-5B6B-D023E50AC972}"/>
          </ac:graphicFrameMkLst>
        </pc:graphicFrameChg>
      </pc:sldChg>
      <pc:sldChg chg="addSp delSp modSp mod">
        <pc:chgData name="Nazir Aly Vassangi Hemrage" userId="c90f0249-92fe-4750-aaf2-8373750a8adf" providerId="ADAL" clId="{1766571C-CFE5-4CEC-ABF6-D55E57537953}" dt="2026-04-20T10:21:19.166" v="823"/>
        <pc:sldMkLst>
          <pc:docMk/>
          <pc:sldMk cId="1564884376" sldId="336"/>
        </pc:sldMkLst>
        <pc:spChg chg="mod ord">
          <ac:chgData name="Nazir Aly Vassangi Hemrage" userId="c90f0249-92fe-4750-aaf2-8373750a8adf" providerId="ADAL" clId="{1766571C-CFE5-4CEC-ABF6-D55E57537953}" dt="2026-04-20T10:17:13.815" v="743"/>
          <ac:spMkLst>
            <pc:docMk/>
            <pc:sldMk cId="1564884376" sldId="336"/>
            <ac:spMk id="2" creationId="{48A23A72-C2E1-2B9D-D003-431A274F8230}"/>
          </ac:spMkLst>
        </pc:spChg>
        <pc:spChg chg="mod ord">
          <ac:chgData name="Nazir Aly Vassangi Hemrage" userId="c90f0249-92fe-4750-aaf2-8373750a8adf" providerId="ADAL" clId="{1766571C-CFE5-4CEC-ABF6-D55E57537953}" dt="2026-04-20T10:17:13.815" v="745"/>
          <ac:spMkLst>
            <pc:docMk/>
            <pc:sldMk cId="1564884376" sldId="336"/>
            <ac:spMk id="3" creationId="{FA0F67A0-C421-24F6-E3A3-736EAD3BA2CE}"/>
          </ac:spMkLst>
        </pc:spChg>
        <pc:spChg chg="mod ord">
          <ac:chgData name="Nazir Aly Vassangi Hemrage" userId="c90f0249-92fe-4750-aaf2-8373750a8adf" providerId="ADAL" clId="{1766571C-CFE5-4CEC-ABF6-D55E57537953}" dt="2026-04-20T10:17:13.815" v="747"/>
          <ac:spMkLst>
            <pc:docMk/>
            <pc:sldMk cId="1564884376" sldId="336"/>
            <ac:spMk id="4" creationId="{302FCB7D-F022-EE1D-BD9C-BAB6990E3363}"/>
          </ac:spMkLst>
        </pc:spChg>
        <pc:spChg chg="mod ord">
          <ac:chgData name="Nazir Aly Vassangi Hemrage" userId="c90f0249-92fe-4750-aaf2-8373750a8adf" providerId="ADAL" clId="{1766571C-CFE5-4CEC-ABF6-D55E57537953}" dt="2026-04-20T10:17:13.815" v="749"/>
          <ac:spMkLst>
            <pc:docMk/>
            <pc:sldMk cId="1564884376" sldId="336"/>
            <ac:spMk id="5" creationId="{428E2A50-A2EB-D6D2-4062-48A2AE7A327F}"/>
          </ac:spMkLst>
        </pc:spChg>
        <pc:spChg chg="mod ord">
          <ac:chgData name="Nazir Aly Vassangi Hemrage" userId="c90f0249-92fe-4750-aaf2-8373750a8adf" providerId="ADAL" clId="{1766571C-CFE5-4CEC-ABF6-D55E57537953}" dt="2026-04-20T10:17:13.815" v="751"/>
          <ac:spMkLst>
            <pc:docMk/>
            <pc:sldMk cId="1564884376" sldId="336"/>
            <ac:spMk id="6" creationId="{3359A5F5-E2CB-2EB5-7F0B-DCB5DE867CD8}"/>
          </ac:spMkLst>
        </pc:spChg>
        <pc:spChg chg="add del mod modVis">
          <ac:chgData name="Nazir Aly Vassangi Hemrage" userId="c90f0249-92fe-4750-aaf2-8373750a8adf" providerId="ADAL" clId="{1766571C-CFE5-4CEC-ABF6-D55E57537953}" dt="2026-04-20T10:16:48.407" v="282"/>
          <ac:spMkLst>
            <pc:docMk/>
            <pc:sldMk cId="1564884376" sldId="336"/>
            <ac:spMk id="7" creationId="{03FC3BD1-8A8F-70EB-1865-1C96053EA467}"/>
          </ac:spMkLst>
        </pc:spChg>
        <pc:spChg chg="mod">
          <ac:chgData name="Nazir Aly Vassangi Hemrage" userId="c90f0249-92fe-4750-aaf2-8373750a8adf" providerId="ADAL" clId="{1766571C-CFE5-4CEC-ABF6-D55E57537953}" dt="2026-04-20T10:17:13.822" v="768"/>
          <ac:spMkLst>
            <pc:docMk/>
            <pc:sldMk cId="1564884376" sldId="336"/>
            <ac:spMk id="9" creationId="{BC7924F0-5E0F-927A-DF91-755A5D8F3752}"/>
          </ac:spMkLst>
        </pc:spChg>
        <pc:spChg chg="mod">
          <ac:chgData name="Nazir Aly Vassangi Hemrage" userId="c90f0249-92fe-4750-aaf2-8373750a8adf" providerId="ADAL" clId="{1766571C-CFE5-4CEC-ABF6-D55E57537953}" dt="2026-04-20T10:17:13.822" v="769"/>
          <ac:spMkLst>
            <pc:docMk/>
            <pc:sldMk cId="1564884376" sldId="336"/>
            <ac:spMk id="10" creationId="{C58DD419-A957-18E7-1EEB-B5F88BDEFAFF}"/>
          </ac:spMkLst>
        </pc:spChg>
        <pc:spChg chg="mod ord">
          <ac:chgData name="Nazir Aly Vassangi Hemrage" userId="c90f0249-92fe-4750-aaf2-8373750a8adf" providerId="ADAL" clId="{1766571C-CFE5-4CEC-ABF6-D55E57537953}" dt="2026-04-20T10:17:13.815" v="753"/>
          <ac:spMkLst>
            <pc:docMk/>
            <pc:sldMk cId="1564884376" sldId="336"/>
            <ac:spMk id="11" creationId="{99FEFE7C-56AB-7562-6539-33DE1E27D944}"/>
          </ac:spMkLst>
        </pc:spChg>
        <pc:spChg chg="mod">
          <ac:chgData name="Nazir Aly Vassangi Hemrage" userId="c90f0249-92fe-4750-aaf2-8373750a8adf" providerId="ADAL" clId="{1766571C-CFE5-4CEC-ABF6-D55E57537953}" dt="2026-04-20T10:17:13.822" v="770"/>
          <ac:spMkLst>
            <pc:docMk/>
            <pc:sldMk cId="1564884376" sldId="336"/>
            <ac:spMk id="12" creationId="{EA260426-5216-04B4-5A37-5997A6FC71BC}"/>
          </ac:spMkLst>
        </pc:spChg>
        <pc:spChg chg="mod">
          <ac:chgData name="Nazir Aly Vassangi Hemrage" userId="c90f0249-92fe-4750-aaf2-8373750a8adf" providerId="ADAL" clId="{1766571C-CFE5-4CEC-ABF6-D55E57537953}" dt="2026-04-20T10:17:13.822" v="771"/>
          <ac:spMkLst>
            <pc:docMk/>
            <pc:sldMk cId="1564884376" sldId="336"/>
            <ac:spMk id="13" creationId="{775A3E06-3307-6D3B-224E-7EE4109A1EF1}"/>
          </ac:spMkLst>
        </pc:spChg>
        <pc:spChg chg="mod ord">
          <ac:chgData name="Nazir Aly Vassangi Hemrage" userId="c90f0249-92fe-4750-aaf2-8373750a8adf" providerId="ADAL" clId="{1766571C-CFE5-4CEC-ABF6-D55E57537953}" dt="2026-04-20T10:17:13.815" v="755"/>
          <ac:spMkLst>
            <pc:docMk/>
            <pc:sldMk cId="1564884376" sldId="336"/>
            <ac:spMk id="14" creationId="{565FE338-92AE-47C0-3B7F-92DC0E24DDC0}"/>
          </ac:spMkLst>
        </pc:spChg>
        <pc:spChg chg="mod">
          <ac:chgData name="Nazir Aly Vassangi Hemrage" userId="c90f0249-92fe-4750-aaf2-8373750a8adf" providerId="ADAL" clId="{1766571C-CFE5-4CEC-ABF6-D55E57537953}" dt="2026-04-20T10:17:13.822" v="772"/>
          <ac:spMkLst>
            <pc:docMk/>
            <pc:sldMk cId="1564884376" sldId="336"/>
            <ac:spMk id="15" creationId="{EF97655E-D79E-CB82-4869-C88EB22A63DD}"/>
          </ac:spMkLst>
        </pc:spChg>
        <pc:spChg chg="mod ord">
          <ac:chgData name="Nazir Aly Vassangi Hemrage" userId="c90f0249-92fe-4750-aaf2-8373750a8adf" providerId="ADAL" clId="{1766571C-CFE5-4CEC-ABF6-D55E57537953}" dt="2026-04-20T10:21:19.162" v="821"/>
          <ac:spMkLst>
            <pc:docMk/>
            <pc:sldMk cId="1564884376" sldId="336"/>
            <ac:spMk id="16" creationId="{201C46DD-C99E-7513-7260-DAC4B6EB2474}"/>
          </ac:spMkLst>
        </pc:spChg>
        <pc:spChg chg="mod ord">
          <ac:chgData name="Nazir Aly Vassangi Hemrage" userId="c90f0249-92fe-4750-aaf2-8373750a8adf" providerId="ADAL" clId="{1766571C-CFE5-4CEC-ABF6-D55E57537953}" dt="2026-04-20T10:17:13.815" v="757"/>
          <ac:spMkLst>
            <pc:docMk/>
            <pc:sldMk cId="1564884376" sldId="336"/>
            <ac:spMk id="17" creationId="{337B4274-EA69-E772-49F6-2D328D48364E}"/>
          </ac:spMkLst>
        </pc:spChg>
        <pc:spChg chg="mod ord">
          <ac:chgData name="Nazir Aly Vassangi Hemrage" userId="c90f0249-92fe-4750-aaf2-8373750a8adf" providerId="ADAL" clId="{1766571C-CFE5-4CEC-ABF6-D55E57537953}" dt="2026-04-20T10:17:13.815" v="759"/>
          <ac:spMkLst>
            <pc:docMk/>
            <pc:sldMk cId="1564884376" sldId="336"/>
            <ac:spMk id="18" creationId="{76F3BAC6-CC1C-ECAD-FE6C-48B09C69D828}"/>
          </ac:spMkLst>
        </pc:spChg>
        <pc:spChg chg="add del mod modVis">
          <ac:chgData name="Nazir Aly Vassangi Hemrage" userId="c90f0249-92fe-4750-aaf2-8373750a8adf" providerId="ADAL" clId="{1766571C-CFE5-4CEC-ABF6-D55E57537953}" dt="2026-04-20T10:16:57.155" v="388"/>
          <ac:spMkLst>
            <pc:docMk/>
            <pc:sldMk cId="1564884376" sldId="336"/>
            <ac:spMk id="21" creationId="{57EF319F-5DF4-918E-AC8B-9C9F7BC1EDC6}"/>
          </ac:spMkLst>
        </pc:spChg>
        <pc:spChg chg="mod ord">
          <ac:chgData name="Nazir Aly Vassangi Hemrage" userId="c90f0249-92fe-4750-aaf2-8373750a8adf" providerId="ADAL" clId="{1766571C-CFE5-4CEC-ABF6-D55E57537953}" dt="2026-04-20T10:17:13.822" v="761"/>
          <ac:spMkLst>
            <pc:docMk/>
            <pc:sldMk cId="1564884376" sldId="336"/>
            <ac:spMk id="22" creationId="{4187BB19-3C28-03D2-263F-E0A57247944C}"/>
          </ac:spMkLst>
        </pc:spChg>
        <pc:spChg chg="add del mod modVis">
          <ac:chgData name="Nazir Aly Vassangi Hemrage" userId="c90f0249-92fe-4750-aaf2-8373750a8adf" providerId="ADAL" clId="{1766571C-CFE5-4CEC-ABF6-D55E57537953}" dt="2026-04-20T10:17:04.047" v="494"/>
          <ac:spMkLst>
            <pc:docMk/>
            <pc:sldMk cId="1564884376" sldId="336"/>
            <ac:spMk id="24" creationId="{E31B8CD3-9FC9-4508-9B0D-A4D49FAC92D8}"/>
          </ac:spMkLst>
        </pc:spChg>
        <pc:spChg chg="mod ord">
          <ac:chgData name="Nazir Aly Vassangi Hemrage" userId="c90f0249-92fe-4750-aaf2-8373750a8adf" providerId="ADAL" clId="{1766571C-CFE5-4CEC-ABF6-D55E57537953}" dt="2026-04-20T10:17:13.822" v="763"/>
          <ac:spMkLst>
            <pc:docMk/>
            <pc:sldMk cId="1564884376" sldId="336"/>
            <ac:spMk id="25" creationId="{63C4F818-E74E-061E-3B08-1557D270A5E7}"/>
          </ac:spMkLst>
        </pc:spChg>
        <pc:spChg chg="add del mod modVis">
          <ac:chgData name="Nazir Aly Vassangi Hemrage" userId="c90f0249-92fe-4750-aaf2-8373750a8adf" providerId="ADAL" clId="{1766571C-CFE5-4CEC-ABF6-D55E57537953}" dt="2026-04-20T10:17:08.897" v="580"/>
          <ac:spMkLst>
            <pc:docMk/>
            <pc:sldMk cId="1564884376" sldId="336"/>
            <ac:spMk id="27" creationId="{04B883A2-4FEE-4339-8AE0-087F59BEE285}"/>
          </ac:spMkLst>
        </pc:spChg>
        <pc:spChg chg="add del mod modVis">
          <ac:chgData name="Nazir Aly Vassangi Hemrage" userId="c90f0249-92fe-4750-aaf2-8373750a8adf" providerId="ADAL" clId="{1766571C-CFE5-4CEC-ABF6-D55E57537953}" dt="2026-04-20T10:17:13.831" v="797"/>
          <ac:spMkLst>
            <pc:docMk/>
            <pc:sldMk cId="1564884376" sldId="336"/>
            <ac:spMk id="29" creationId="{18E76A47-B5AE-A807-81C7-65C302814D81}"/>
          </ac:spMkLst>
        </pc:spChg>
        <pc:spChg chg="mod ord">
          <ac:chgData name="Nazir Aly Vassangi Hemrage" userId="c90f0249-92fe-4750-aaf2-8373750a8adf" providerId="ADAL" clId="{1766571C-CFE5-4CEC-ABF6-D55E57537953}" dt="2026-04-20T10:17:13.822" v="778"/>
          <ac:spMkLst>
            <pc:docMk/>
            <pc:sldMk cId="1564884376" sldId="336"/>
            <ac:spMk id="69" creationId="{BE251169-067F-0346-CEA5-DDF5886A15CC}"/>
          </ac:spMkLst>
        </pc:spChg>
        <pc:spChg chg="mod ord">
          <ac:chgData name="Nazir Aly Vassangi Hemrage" userId="c90f0249-92fe-4750-aaf2-8373750a8adf" providerId="ADAL" clId="{1766571C-CFE5-4CEC-ABF6-D55E57537953}" dt="2026-04-20T10:17:13.822" v="780"/>
          <ac:spMkLst>
            <pc:docMk/>
            <pc:sldMk cId="1564884376" sldId="336"/>
            <ac:spMk id="70" creationId="{AB082DC2-5D82-6E0F-3A22-9FF9AF7BEC5B}"/>
          </ac:spMkLst>
        </pc:spChg>
        <pc:spChg chg="mod">
          <ac:chgData name="Nazir Aly Vassangi Hemrage" userId="c90f0249-92fe-4750-aaf2-8373750a8adf" providerId="ADAL" clId="{1766571C-CFE5-4CEC-ABF6-D55E57537953}" dt="2026-04-20T10:17:13.822" v="781"/>
          <ac:spMkLst>
            <pc:docMk/>
            <pc:sldMk cId="1564884376" sldId="336"/>
            <ac:spMk id="71" creationId="{53E661A0-BAAF-F83B-DF4C-1B57ABCF9EA9}"/>
          </ac:spMkLst>
        </pc:spChg>
        <pc:spChg chg="mod">
          <ac:chgData name="Nazir Aly Vassangi Hemrage" userId="c90f0249-92fe-4750-aaf2-8373750a8adf" providerId="ADAL" clId="{1766571C-CFE5-4CEC-ABF6-D55E57537953}" dt="2026-04-20T10:17:13.822" v="782"/>
          <ac:spMkLst>
            <pc:docMk/>
            <pc:sldMk cId="1564884376" sldId="336"/>
            <ac:spMk id="72" creationId="{DCA3CD4D-7A99-9521-07A8-52A217B6610B}"/>
          </ac:spMkLst>
        </pc:spChg>
        <pc:spChg chg="mod">
          <ac:chgData name="Nazir Aly Vassangi Hemrage" userId="c90f0249-92fe-4750-aaf2-8373750a8adf" providerId="ADAL" clId="{1766571C-CFE5-4CEC-ABF6-D55E57537953}" dt="2026-04-20T10:17:13.831" v="785"/>
          <ac:spMkLst>
            <pc:docMk/>
            <pc:sldMk cId="1564884376" sldId="336"/>
            <ac:spMk id="73" creationId="{B8CAC38A-AC5A-468C-6F94-EB81D0FEAD5A}"/>
          </ac:spMkLst>
        </pc:spChg>
        <pc:spChg chg="mod">
          <ac:chgData name="Nazir Aly Vassangi Hemrage" userId="c90f0249-92fe-4750-aaf2-8373750a8adf" providerId="ADAL" clId="{1766571C-CFE5-4CEC-ABF6-D55E57537953}" dt="2026-04-20T10:17:13.830" v="784"/>
          <ac:spMkLst>
            <pc:docMk/>
            <pc:sldMk cId="1564884376" sldId="336"/>
            <ac:spMk id="74" creationId="{ED72C0B5-7AC7-D8CF-D1EA-720E77125B0A}"/>
          </ac:spMkLst>
        </pc:spChg>
        <pc:spChg chg="mod">
          <ac:chgData name="Nazir Aly Vassangi Hemrage" userId="c90f0249-92fe-4750-aaf2-8373750a8adf" providerId="ADAL" clId="{1766571C-CFE5-4CEC-ABF6-D55E57537953}" dt="2026-04-20T10:17:13.822" v="783"/>
          <ac:spMkLst>
            <pc:docMk/>
            <pc:sldMk cId="1564884376" sldId="336"/>
            <ac:spMk id="75" creationId="{8C697DB3-7240-6368-064E-E404B58A5FC9}"/>
          </ac:spMkLst>
        </pc:spChg>
        <pc:spChg chg="mod">
          <ac:chgData name="Nazir Aly Vassangi Hemrage" userId="c90f0249-92fe-4750-aaf2-8373750a8adf" providerId="ADAL" clId="{1766571C-CFE5-4CEC-ABF6-D55E57537953}" dt="2026-04-20T10:17:13.831" v="792"/>
          <ac:spMkLst>
            <pc:docMk/>
            <pc:sldMk cId="1564884376" sldId="336"/>
            <ac:spMk id="126" creationId="{4E6BBB6E-2B49-92B4-A169-0F6A36ADD801}"/>
          </ac:spMkLst>
        </pc:spChg>
        <pc:spChg chg="mod">
          <ac:chgData name="Nazir Aly Vassangi Hemrage" userId="c90f0249-92fe-4750-aaf2-8373750a8adf" providerId="ADAL" clId="{1766571C-CFE5-4CEC-ABF6-D55E57537953}" dt="2026-04-20T10:17:13.831" v="795"/>
          <ac:spMkLst>
            <pc:docMk/>
            <pc:sldMk cId="1564884376" sldId="336"/>
            <ac:spMk id="128" creationId="{BA5035AF-3504-1BE1-4C84-D54FD7AC707D}"/>
          </ac:spMkLst>
        </pc:spChg>
        <pc:spChg chg="mod">
          <ac:chgData name="Nazir Aly Vassangi Hemrage" userId="c90f0249-92fe-4750-aaf2-8373750a8adf" providerId="ADAL" clId="{1766571C-CFE5-4CEC-ABF6-D55E57537953}" dt="2026-04-20T10:17:13.831" v="793"/>
          <ac:spMkLst>
            <pc:docMk/>
            <pc:sldMk cId="1564884376" sldId="336"/>
            <ac:spMk id="129" creationId="{9B46BDF6-4239-1355-E6C3-9EBFFC740C7E}"/>
          </ac:spMkLst>
        </pc:spChg>
        <pc:spChg chg="mod">
          <ac:chgData name="Nazir Aly Vassangi Hemrage" userId="c90f0249-92fe-4750-aaf2-8373750a8adf" providerId="ADAL" clId="{1766571C-CFE5-4CEC-ABF6-D55E57537953}" dt="2026-04-20T10:17:13.831" v="794"/>
          <ac:spMkLst>
            <pc:docMk/>
            <pc:sldMk cId="1564884376" sldId="336"/>
            <ac:spMk id="130" creationId="{FAD84D8B-8FE7-DE39-A243-44A8F46F81CA}"/>
          </ac:spMkLst>
        </pc:spChg>
        <pc:spChg chg="mod">
          <ac:chgData name="Nazir Aly Vassangi Hemrage" userId="c90f0249-92fe-4750-aaf2-8373750a8adf" providerId="ADAL" clId="{1766571C-CFE5-4CEC-ABF6-D55E57537953}" dt="2026-04-20T10:17:13.831" v="788"/>
          <ac:spMkLst>
            <pc:docMk/>
            <pc:sldMk cId="1564884376" sldId="336"/>
            <ac:spMk id="131" creationId="{8097C9EE-E4DE-461A-058A-D51F71CE69A9}"/>
          </ac:spMkLst>
        </pc:spChg>
        <pc:spChg chg="mod">
          <ac:chgData name="Nazir Aly Vassangi Hemrage" userId="c90f0249-92fe-4750-aaf2-8373750a8adf" providerId="ADAL" clId="{1766571C-CFE5-4CEC-ABF6-D55E57537953}" dt="2026-04-20T10:17:13.831" v="789"/>
          <ac:spMkLst>
            <pc:docMk/>
            <pc:sldMk cId="1564884376" sldId="336"/>
            <ac:spMk id="132" creationId="{8369455D-8E33-FCB8-10F8-46421FF9608E}"/>
          </ac:spMkLst>
        </pc:spChg>
        <pc:spChg chg="mod">
          <ac:chgData name="Nazir Aly Vassangi Hemrage" userId="c90f0249-92fe-4750-aaf2-8373750a8adf" providerId="ADAL" clId="{1766571C-CFE5-4CEC-ABF6-D55E57537953}" dt="2026-04-20T10:17:13.831" v="790"/>
          <ac:spMkLst>
            <pc:docMk/>
            <pc:sldMk cId="1564884376" sldId="336"/>
            <ac:spMk id="133" creationId="{17DCCFA7-7162-3935-A6B8-980346C64CD8}"/>
          </ac:spMkLst>
        </pc:spChg>
        <pc:spChg chg="mod">
          <ac:chgData name="Nazir Aly Vassangi Hemrage" userId="c90f0249-92fe-4750-aaf2-8373750a8adf" providerId="ADAL" clId="{1766571C-CFE5-4CEC-ABF6-D55E57537953}" dt="2026-04-20T10:17:13.831" v="791"/>
          <ac:spMkLst>
            <pc:docMk/>
            <pc:sldMk cId="1564884376" sldId="336"/>
            <ac:spMk id="134" creationId="{49756735-A756-A11B-F21A-8D525BAE57FB}"/>
          </ac:spMkLst>
        </pc:spChg>
        <pc:graphicFrameChg chg="add del mod ord">
          <ac:chgData name="Nazir Aly Vassangi Hemrage" userId="c90f0249-92fe-4750-aaf2-8373750a8adf" providerId="ADAL" clId="{1766571C-CFE5-4CEC-ABF6-D55E57537953}" dt="2026-04-20T10:17:13.781" v="736"/>
          <ac:graphicFrameMkLst>
            <pc:docMk/>
            <pc:sldMk cId="1564884376" sldId="336"/>
            <ac:graphicFrameMk id="19" creationId="{525A3596-930F-925F-D744-6863084EDD1D}"/>
          </ac:graphicFrameMkLst>
        </pc:graphicFrameChg>
        <pc:graphicFrameChg chg="mod">
          <ac:chgData name="Nazir Aly Vassangi Hemrage" userId="c90f0249-92fe-4750-aaf2-8373750a8adf" providerId="ADAL" clId="{1766571C-CFE5-4CEC-ABF6-D55E57537953}" dt="2026-04-20T10:21:19.166" v="823"/>
          <ac:graphicFrameMkLst>
            <pc:docMk/>
            <pc:sldMk cId="1564884376" sldId="336"/>
            <ac:graphicFrameMk id="20" creationId="{67A65022-AD3E-2136-6A3C-F90A477A3A43}"/>
          </ac:graphicFrameMkLst>
        </pc:graphicFrameChg>
        <pc:graphicFrameChg chg="add del mod ord">
          <ac:chgData name="Nazir Aly Vassangi Hemrage" userId="c90f0249-92fe-4750-aaf2-8373750a8adf" providerId="ADAL" clId="{1766571C-CFE5-4CEC-ABF6-D55E57537953}" dt="2026-04-20T10:17:03.990" v="433"/>
          <ac:graphicFrameMkLst>
            <pc:docMk/>
            <pc:sldMk cId="1564884376" sldId="336"/>
            <ac:graphicFrameMk id="23" creationId="{ABE4FC30-3D3A-7D39-8148-9324C4EE987E}"/>
          </ac:graphicFrameMkLst>
        </pc:graphicFrameChg>
        <pc:graphicFrameChg chg="add mod ord">
          <ac:chgData name="Nazir Aly Vassangi Hemrage" userId="c90f0249-92fe-4750-aaf2-8373750a8adf" providerId="ADAL" clId="{1766571C-CFE5-4CEC-ABF6-D55E57537953}" dt="2026-04-20T10:17:13.822" v="776"/>
          <ac:graphicFrameMkLst>
            <pc:docMk/>
            <pc:sldMk cId="1564884376" sldId="336"/>
            <ac:graphicFrameMk id="26" creationId="{5AF13B0A-5E79-C511-B960-3664F3277716}"/>
          </ac:graphicFrameMkLst>
        </pc:graphicFrameChg>
        <pc:graphicFrameChg chg="add mod ord">
          <ac:chgData name="Nazir Aly Vassangi Hemrage" userId="c90f0249-92fe-4750-aaf2-8373750a8adf" providerId="ADAL" clId="{1766571C-CFE5-4CEC-ABF6-D55E57537953}" dt="2026-04-20T10:17:13.831" v="787"/>
          <ac:graphicFrameMkLst>
            <pc:docMk/>
            <pc:sldMk cId="1564884376" sldId="336"/>
            <ac:graphicFrameMk id="28" creationId="{099AD05B-47C4-9A77-043D-7F4F902B2DC7}"/>
          </ac:graphicFrameMkLst>
        </pc:graphicFrameChg>
        <pc:graphicFrameChg chg="add mod ord">
          <ac:chgData name="Nazir Aly Vassangi Hemrage" userId="c90f0249-92fe-4750-aaf2-8373750a8adf" providerId="ADAL" clId="{1766571C-CFE5-4CEC-ABF6-D55E57537953}" dt="2026-04-20T10:17:13.822" v="765"/>
          <ac:graphicFrameMkLst>
            <pc:docMk/>
            <pc:sldMk cId="1564884376" sldId="336"/>
            <ac:graphicFrameMk id="30" creationId="{203C424E-725F-1F42-9691-F1CE97783483}"/>
          </ac:graphicFrameMkLst>
        </pc:graphicFrameChg>
        <pc:graphicFrameChg chg="del">
          <ac:chgData name="Nazir Aly Vassangi Hemrage" userId="c90f0249-92fe-4750-aaf2-8373750a8adf" providerId="ADAL" clId="{1766571C-CFE5-4CEC-ABF6-D55E57537953}" dt="2026-04-20T10:16:48.358" v="221"/>
          <ac:graphicFrameMkLst>
            <pc:docMk/>
            <pc:sldMk cId="1564884376" sldId="336"/>
            <ac:graphicFrameMk id="86" creationId="{F180DAEE-12DE-33F4-30AB-587AB5871441}"/>
          </ac:graphicFrameMkLst>
        </pc:graphicFrameChg>
        <pc:graphicFrameChg chg="del mod ord">
          <ac:chgData name="Nazir Aly Vassangi Hemrage" userId="c90f0249-92fe-4750-aaf2-8373750a8adf" providerId="ADAL" clId="{1766571C-CFE5-4CEC-ABF6-D55E57537953}" dt="2026-04-20T10:16:57.083" v="327"/>
          <ac:graphicFrameMkLst>
            <pc:docMk/>
            <pc:sldMk cId="1564884376" sldId="336"/>
            <ac:graphicFrameMk id="102" creationId="{7FED88B0-FD75-ADF9-3EF2-B24B39BEB147}"/>
          </ac:graphicFrameMkLst>
        </pc:graphicFrameChg>
        <pc:graphicFrameChg chg="del mod ord">
          <ac:chgData name="Nazir Aly Vassangi Hemrage" userId="c90f0249-92fe-4750-aaf2-8373750a8adf" providerId="ADAL" clId="{1766571C-CFE5-4CEC-ABF6-D55E57537953}" dt="2026-04-20T10:17:08.840" v="519"/>
          <ac:graphicFrameMkLst>
            <pc:docMk/>
            <pc:sldMk cId="1564884376" sldId="336"/>
            <ac:graphicFrameMk id="144" creationId="{88C0AE96-E2ED-D21B-7046-27089FE5B12E}"/>
          </ac:graphicFrameMkLst>
        </pc:graphicFrameChg>
        <pc:cxnChg chg="mod ord">
          <ac:chgData name="Nazir Aly Vassangi Hemrage" userId="c90f0249-92fe-4750-aaf2-8373750a8adf" providerId="ADAL" clId="{1766571C-CFE5-4CEC-ABF6-D55E57537953}" dt="2026-04-20T10:17:13.822" v="767"/>
          <ac:cxnSpMkLst>
            <pc:docMk/>
            <pc:sldMk cId="1564884376" sldId="336"/>
            <ac:cxnSpMk id="8" creationId="{DBBCB3FB-BF4B-EACF-C8BE-F0BD4BE89EA4}"/>
          </ac:cxnSpMkLst>
        </pc:cxnChg>
      </pc:sldChg>
    </pc:docChg>
  </pc:docChgLst>
  <pc:docChgLst>
    <pc:chgData name="Juan Pablo Posada Villa" userId="a100060f-680b-4347-93c7-007c61706d88" providerId="ADAL" clId="{93617513-3458-4B03-8315-600BD1A518AF}"/>
    <pc:docChg chg="undo custSel modSld">
      <pc:chgData name="Juan Pablo Posada Villa" userId="a100060f-680b-4347-93c7-007c61706d88" providerId="ADAL" clId="{93617513-3458-4B03-8315-600BD1A518AF}" dt="2026-04-20T16:55:58.003" v="848" actId="20577"/>
      <pc:docMkLst>
        <pc:docMk/>
      </pc:docMkLst>
      <pc:sldChg chg="modSp mod modNotesTx">
        <pc:chgData name="Juan Pablo Posada Villa" userId="a100060f-680b-4347-93c7-007c61706d88" providerId="ADAL" clId="{93617513-3458-4B03-8315-600BD1A518AF}" dt="2026-04-20T16:28:52.154" v="828" actId="20577"/>
        <pc:sldMkLst>
          <pc:docMk/>
          <pc:sldMk cId="1209917667" sldId="304"/>
        </pc:sldMkLst>
        <pc:spChg chg="mod">
          <ac:chgData name="Juan Pablo Posada Villa" userId="a100060f-680b-4347-93c7-007c61706d88" providerId="ADAL" clId="{93617513-3458-4B03-8315-600BD1A518AF}" dt="2026-04-17T10:28:56.380" v="127" actId="20577"/>
          <ac:spMkLst>
            <pc:docMk/>
            <pc:sldMk cId="1209917667" sldId="304"/>
            <ac:spMk id="3" creationId="{7FCFAB8F-9AA3-A55F-8363-ABBED6BCB4B3}"/>
          </ac:spMkLst>
        </pc:spChg>
        <pc:spChg chg="mod">
          <ac:chgData name="Juan Pablo Posada Villa" userId="a100060f-680b-4347-93c7-007c61706d88" providerId="ADAL" clId="{93617513-3458-4B03-8315-600BD1A518AF}" dt="2026-04-17T10:29:56.353" v="128" actId="20577"/>
          <ac:spMkLst>
            <pc:docMk/>
            <pc:sldMk cId="1209917667" sldId="304"/>
            <ac:spMk id="11" creationId="{CCD0E084-6A1B-7ADC-D5B3-4ECD5A7AE1DA}"/>
          </ac:spMkLst>
        </pc:spChg>
        <pc:spChg chg="mod">
          <ac:chgData name="Juan Pablo Posada Villa" userId="a100060f-680b-4347-93c7-007c61706d88" providerId="ADAL" clId="{93617513-3458-4B03-8315-600BD1A518AF}" dt="2026-04-17T10:15:03.343" v="67" actId="113"/>
          <ac:spMkLst>
            <pc:docMk/>
            <pc:sldMk cId="1209917667" sldId="304"/>
            <ac:spMk id="15" creationId="{0A39515A-39EE-8AC5-E1AD-FE618F3A67D5}"/>
          </ac:spMkLst>
        </pc:spChg>
      </pc:sldChg>
      <pc:sldChg chg="modSp mod modNotesTx">
        <pc:chgData name="Juan Pablo Posada Villa" userId="a100060f-680b-4347-93c7-007c61706d88" providerId="ADAL" clId="{93617513-3458-4B03-8315-600BD1A518AF}" dt="2026-04-17T10:42:08.644" v="378" actId="20577"/>
        <pc:sldMkLst>
          <pc:docMk/>
          <pc:sldMk cId="2569366682" sldId="305"/>
        </pc:sldMkLst>
        <pc:spChg chg="mod">
          <ac:chgData name="Juan Pablo Posada Villa" userId="a100060f-680b-4347-93c7-007c61706d88" providerId="ADAL" clId="{93617513-3458-4B03-8315-600BD1A518AF}" dt="2026-04-17T10:28:13.973" v="104"/>
          <ac:spMkLst>
            <pc:docMk/>
            <pc:sldMk cId="2569366682" sldId="305"/>
            <ac:spMk id="3" creationId="{66C4807C-EC6C-1162-9F70-8AD0AC8344F8}"/>
          </ac:spMkLst>
        </pc:spChg>
        <pc:spChg chg="mod">
          <ac:chgData name="Juan Pablo Posada Villa" userId="a100060f-680b-4347-93c7-007c61706d88" providerId="ADAL" clId="{93617513-3458-4B03-8315-600BD1A518AF}" dt="2026-04-17T10:42:08.644" v="378" actId="20577"/>
          <ac:spMkLst>
            <pc:docMk/>
            <pc:sldMk cId="2569366682" sldId="305"/>
            <ac:spMk id="11" creationId="{B2066B21-DAE5-332A-49E7-A54508812DEF}"/>
          </ac:spMkLst>
        </pc:spChg>
        <pc:spChg chg="mod">
          <ac:chgData name="Juan Pablo Posada Villa" userId="a100060f-680b-4347-93c7-007c61706d88" providerId="ADAL" clId="{93617513-3458-4B03-8315-600BD1A518AF}" dt="2026-04-17T10:41:59.890" v="376" actId="12"/>
          <ac:spMkLst>
            <pc:docMk/>
            <pc:sldMk cId="2569366682" sldId="305"/>
            <ac:spMk id="15" creationId="{02FA5BB2-3755-C54C-E50C-791778D96322}"/>
          </ac:spMkLst>
        </pc:spChg>
      </pc:sldChg>
      <pc:sldChg chg="modSp mod modNotesTx">
        <pc:chgData name="Juan Pablo Posada Villa" userId="a100060f-680b-4347-93c7-007c61706d88" providerId="ADAL" clId="{93617513-3458-4B03-8315-600BD1A518AF}" dt="2026-04-20T16:55:58.003" v="848" actId="20577"/>
        <pc:sldMkLst>
          <pc:docMk/>
          <pc:sldMk cId="83427112" sldId="306"/>
        </pc:sldMkLst>
        <pc:spChg chg="mod">
          <ac:chgData name="Juan Pablo Posada Villa" userId="a100060f-680b-4347-93c7-007c61706d88" providerId="ADAL" clId="{93617513-3458-4B03-8315-600BD1A518AF}" dt="2026-04-17T10:59:25.491" v="556" actId="1036"/>
          <ac:spMkLst>
            <pc:docMk/>
            <pc:sldMk cId="83427112" sldId="306"/>
            <ac:spMk id="3" creationId="{88ADE716-842B-52F0-928C-C212CCBD235D}"/>
          </ac:spMkLst>
        </pc:spChg>
        <pc:spChg chg="mod">
          <ac:chgData name="Juan Pablo Posada Villa" userId="a100060f-680b-4347-93c7-007c61706d88" providerId="ADAL" clId="{93617513-3458-4B03-8315-600BD1A518AF}" dt="2026-04-17T10:57:56.546" v="553" actId="113"/>
          <ac:spMkLst>
            <pc:docMk/>
            <pc:sldMk cId="83427112" sldId="306"/>
            <ac:spMk id="11" creationId="{A93FD88F-7F03-32EA-953F-8DEE056B4DAC}"/>
          </ac:spMkLst>
        </pc:spChg>
        <pc:spChg chg="mod">
          <ac:chgData name="Juan Pablo Posada Villa" userId="a100060f-680b-4347-93c7-007c61706d88" providerId="ADAL" clId="{93617513-3458-4B03-8315-600BD1A518AF}" dt="2026-04-17T10:50:54.445" v="427" actId="113"/>
          <ac:spMkLst>
            <pc:docMk/>
            <pc:sldMk cId="83427112" sldId="306"/>
            <ac:spMk id="15" creationId="{BCB71128-6748-1E31-FDCE-247D1BA230D6}"/>
          </ac:spMkLst>
        </pc:spChg>
        <pc:graphicFrameChg chg="modGraphic">
          <ac:chgData name="Juan Pablo Posada Villa" userId="a100060f-680b-4347-93c7-007c61706d88" providerId="ADAL" clId="{93617513-3458-4B03-8315-600BD1A518AF}" dt="2026-04-20T16:55:58.003" v="848" actId="20577"/>
          <ac:graphicFrameMkLst>
            <pc:docMk/>
            <pc:sldMk cId="83427112" sldId="306"/>
            <ac:graphicFrameMk id="10" creationId="{32F7275F-E8EB-9DBC-A509-5EF5B28D2485}"/>
          </ac:graphicFrameMkLst>
        </pc:graphicFrameChg>
      </pc:sldChg>
      <pc:sldChg chg="modSp mod modNotesTx">
        <pc:chgData name="Juan Pablo Posada Villa" userId="a100060f-680b-4347-93c7-007c61706d88" providerId="ADAL" clId="{93617513-3458-4B03-8315-600BD1A518AF}" dt="2026-04-17T11:07:04.320" v="827" actId="20577"/>
        <pc:sldMkLst>
          <pc:docMk/>
          <pc:sldMk cId="3708922200" sldId="309"/>
        </pc:sldMkLst>
        <pc:spChg chg="mod">
          <ac:chgData name="Juan Pablo Posada Villa" userId="a100060f-680b-4347-93c7-007c61706d88" providerId="ADAL" clId="{93617513-3458-4B03-8315-600BD1A518AF}" dt="2026-04-17T11:00:53.400" v="560"/>
          <ac:spMkLst>
            <pc:docMk/>
            <pc:sldMk cId="3708922200" sldId="309"/>
            <ac:spMk id="3" creationId="{9C14B2E8-120B-F14F-4CAE-E8E1DB9FA05C}"/>
          </ac:spMkLst>
        </pc:spChg>
        <pc:spChg chg="mod">
          <ac:chgData name="Juan Pablo Posada Villa" userId="a100060f-680b-4347-93c7-007c61706d88" providerId="ADAL" clId="{93617513-3458-4B03-8315-600BD1A518AF}" dt="2026-04-17T11:05:13.445" v="591" actId="113"/>
          <ac:spMkLst>
            <pc:docMk/>
            <pc:sldMk cId="3708922200" sldId="309"/>
            <ac:spMk id="11" creationId="{5CECC898-B5B7-94B6-D283-DA611BC43ECD}"/>
          </ac:spMkLst>
        </pc:spChg>
        <pc:spChg chg="mod">
          <ac:chgData name="Juan Pablo Posada Villa" userId="a100060f-680b-4347-93c7-007c61706d88" providerId="ADAL" clId="{93617513-3458-4B03-8315-600BD1A518AF}" dt="2026-04-17T11:04:50.823" v="589" actId="113"/>
          <ac:spMkLst>
            <pc:docMk/>
            <pc:sldMk cId="3708922200" sldId="309"/>
            <ac:spMk id="15" creationId="{F7A43955-B9DB-5CF0-3FFA-97576F5460F8}"/>
          </ac:spMkLst>
        </pc:spChg>
      </pc:sldChg>
    </pc:docChg>
  </pc:docChgLst>
  <pc:docChgLst>
    <pc:chgData name="Leandro Gonçalves Barreira" userId="11c8c2f8-e9de-4574-b00a-3dfc24fb68b0" providerId="ADAL" clId="{25587267-C23C-4B9C-9372-B60F1BFF1E23}"/>
    <pc:docChg chg="undo redo custSel addSld delSld modSld sldOrd modSection">
      <pc:chgData name="Leandro Gonçalves Barreira" userId="11c8c2f8-e9de-4574-b00a-3dfc24fb68b0" providerId="ADAL" clId="{25587267-C23C-4B9C-9372-B60F1BFF1E23}" dt="2026-04-20T19:10:45.380" v="3727" actId="20577"/>
      <pc:docMkLst>
        <pc:docMk/>
      </pc:docMkLst>
      <pc:sldChg chg="add del">
        <pc:chgData name="Leandro Gonçalves Barreira" userId="11c8c2f8-e9de-4574-b00a-3dfc24fb68b0" providerId="ADAL" clId="{25587267-C23C-4B9C-9372-B60F1BFF1E23}" dt="2026-04-19T08:27:54.281" v="198" actId="47"/>
        <pc:sldMkLst>
          <pc:docMk/>
          <pc:sldMk cId="566721943" sldId="258"/>
        </pc:sldMkLst>
      </pc:sldChg>
      <pc:sldChg chg="addSp modSp mod">
        <pc:chgData name="Leandro Gonçalves Barreira" userId="11c8c2f8-e9de-4574-b00a-3dfc24fb68b0" providerId="ADAL" clId="{25587267-C23C-4B9C-9372-B60F1BFF1E23}" dt="2026-04-19T08:26:22.609" v="196"/>
        <pc:sldMkLst>
          <pc:docMk/>
          <pc:sldMk cId="3315856822" sldId="259"/>
        </pc:sldMkLst>
        <pc:spChg chg="add mod">
          <ac:chgData name="Leandro Gonçalves Barreira" userId="11c8c2f8-e9de-4574-b00a-3dfc24fb68b0" providerId="ADAL" clId="{25587267-C23C-4B9C-9372-B60F1BFF1E23}" dt="2026-04-19T07:51:46.718" v="114"/>
          <ac:spMkLst>
            <pc:docMk/>
            <pc:sldMk cId="3315856822" sldId="259"/>
            <ac:spMk id="3" creationId="{AF2B56F9-5A1E-F758-9361-6E190937D573}"/>
          </ac:spMkLst>
        </pc:spChg>
        <pc:spChg chg="add mod">
          <ac:chgData name="Leandro Gonçalves Barreira" userId="11c8c2f8-e9de-4574-b00a-3dfc24fb68b0" providerId="ADAL" clId="{25587267-C23C-4B9C-9372-B60F1BFF1E23}" dt="2026-04-19T08:26:22.609" v="196"/>
          <ac:spMkLst>
            <pc:docMk/>
            <pc:sldMk cId="3315856822" sldId="259"/>
            <ac:spMk id="5" creationId="{05C63119-E284-E4AA-21B3-765F5810F9DE}"/>
          </ac:spMkLst>
        </pc:spChg>
      </pc:sldChg>
      <pc:sldChg chg="modSp del mod">
        <pc:chgData name="Leandro Gonçalves Barreira" userId="11c8c2f8-e9de-4574-b00a-3dfc24fb68b0" providerId="ADAL" clId="{25587267-C23C-4B9C-9372-B60F1BFF1E23}" dt="2026-04-19T08:53:21.933" v="342" actId="47"/>
        <pc:sldMkLst>
          <pc:docMk/>
          <pc:sldMk cId="1263954802" sldId="260"/>
        </pc:sldMkLst>
      </pc:sldChg>
      <pc:sldChg chg="modSp mod">
        <pc:chgData name="Leandro Gonçalves Barreira" userId="11c8c2f8-e9de-4574-b00a-3dfc24fb68b0" providerId="ADAL" clId="{25587267-C23C-4B9C-9372-B60F1BFF1E23}" dt="2026-04-20T13:08:24.346" v="1920" actId="20577"/>
        <pc:sldMkLst>
          <pc:docMk/>
          <pc:sldMk cId="549782731" sldId="262"/>
        </pc:sldMkLst>
        <pc:spChg chg="mod">
          <ac:chgData name="Leandro Gonçalves Barreira" userId="11c8c2f8-e9de-4574-b00a-3dfc24fb68b0" providerId="ADAL" clId="{25587267-C23C-4B9C-9372-B60F1BFF1E23}" dt="2026-04-19T11:39:15.194" v="526" actId="15"/>
          <ac:spMkLst>
            <pc:docMk/>
            <pc:sldMk cId="549782731" sldId="262"/>
            <ac:spMk id="6" creationId="{143E7C39-A0F7-F91A-0D5A-46DEA8D14E12}"/>
          </ac:spMkLst>
        </pc:spChg>
        <pc:spChg chg="mod">
          <ac:chgData name="Leandro Gonçalves Barreira" userId="11c8c2f8-e9de-4574-b00a-3dfc24fb68b0" providerId="ADAL" clId="{25587267-C23C-4B9C-9372-B60F1BFF1E23}" dt="2026-04-20T13:08:24.346" v="1920" actId="20577"/>
          <ac:spMkLst>
            <pc:docMk/>
            <pc:sldMk cId="549782731" sldId="262"/>
            <ac:spMk id="15" creationId="{7301D4B5-E6E0-2372-7D42-F966DF2CAB33}"/>
          </ac:spMkLst>
        </pc:spChg>
        <pc:spChg chg="mod">
          <ac:chgData name="Leandro Gonçalves Barreira" userId="11c8c2f8-e9de-4574-b00a-3dfc24fb68b0" providerId="ADAL" clId="{25587267-C23C-4B9C-9372-B60F1BFF1E23}" dt="2026-04-19T11:39:07.139" v="525" actId="20577"/>
          <ac:spMkLst>
            <pc:docMk/>
            <pc:sldMk cId="549782731" sldId="262"/>
            <ac:spMk id="18" creationId="{35B000A2-0DD2-54CB-C62E-B0672565E0AF}"/>
          </ac:spMkLst>
        </pc:spChg>
      </pc:sldChg>
      <pc:sldChg chg="addSp modSp mod ord">
        <pc:chgData name="Leandro Gonçalves Barreira" userId="11c8c2f8-e9de-4574-b00a-3dfc24fb68b0" providerId="ADAL" clId="{25587267-C23C-4B9C-9372-B60F1BFF1E23}" dt="2026-04-20T13:11:25.800" v="1984" actId="20577"/>
        <pc:sldMkLst>
          <pc:docMk/>
          <pc:sldMk cId="1548222547" sldId="263"/>
        </pc:sldMkLst>
        <pc:spChg chg="mod">
          <ac:chgData name="Leandro Gonçalves Barreira" userId="11c8c2f8-e9de-4574-b00a-3dfc24fb68b0" providerId="ADAL" clId="{25587267-C23C-4B9C-9372-B60F1BFF1E23}" dt="2026-04-20T13:11:25.800" v="1984" actId="20577"/>
          <ac:spMkLst>
            <pc:docMk/>
            <pc:sldMk cId="1548222547" sldId="263"/>
            <ac:spMk id="2" creationId="{B01E5EA6-44AD-DF88-54D3-D2874A6DD650}"/>
          </ac:spMkLst>
        </pc:spChg>
        <pc:spChg chg="mod">
          <ac:chgData name="Leandro Gonçalves Barreira" userId="11c8c2f8-e9de-4574-b00a-3dfc24fb68b0" providerId="ADAL" clId="{25587267-C23C-4B9C-9372-B60F1BFF1E23}" dt="2026-04-19T11:36:26.757" v="512" actId="20577"/>
          <ac:spMkLst>
            <pc:docMk/>
            <pc:sldMk cId="1548222547" sldId="263"/>
            <ac:spMk id="3" creationId="{636FD834-C662-096E-F57F-232EF604F115}"/>
          </ac:spMkLst>
        </pc:spChg>
        <pc:spChg chg="add mod">
          <ac:chgData name="Leandro Gonçalves Barreira" userId="11c8c2f8-e9de-4574-b00a-3dfc24fb68b0" providerId="ADAL" clId="{25587267-C23C-4B9C-9372-B60F1BFF1E23}" dt="2026-04-20T09:48:12.075" v="1279" actId="1076"/>
          <ac:spMkLst>
            <pc:docMk/>
            <pc:sldMk cId="1548222547" sldId="263"/>
            <ac:spMk id="7" creationId="{54932545-E1A1-B230-F2C6-10822F384AC9}"/>
          </ac:spMkLst>
        </pc:spChg>
        <pc:spChg chg="add mod">
          <ac:chgData name="Leandro Gonçalves Barreira" userId="11c8c2f8-e9de-4574-b00a-3dfc24fb68b0" providerId="ADAL" clId="{25587267-C23C-4B9C-9372-B60F1BFF1E23}" dt="2026-04-20T09:48:16.918" v="1280" actId="1076"/>
          <ac:spMkLst>
            <pc:docMk/>
            <pc:sldMk cId="1548222547" sldId="263"/>
            <ac:spMk id="11" creationId="{50329357-3587-85A8-842F-E0E5AC4E6A85}"/>
          </ac:spMkLst>
        </pc:spChg>
        <pc:spChg chg="mod">
          <ac:chgData name="Leandro Gonçalves Barreira" userId="11c8c2f8-e9de-4574-b00a-3dfc24fb68b0" providerId="ADAL" clId="{25587267-C23C-4B9C-9372-B60F1BFF1E23}" dt="2026-04-20T09:49:25.495" v="1340" actId="20577"/>
          <ac:spMkLst>
            <pc:docMk/>
            <pc:sldMk cId="1548222547" sldId="263"/>
            <ac:spMk id="12" creationId="{896BC1CA-1CAD-0AF0-A9FD-365BFCFF4ACA}"/>
          </ac:spMkLst>
        </pc:spChg>
        <pc:graphicFrameChg chg="mod">
          <ac:chgData name="Leandro Gonçalves Barreira" userId="11c8c2f8-e9de-4574-b00a-3dfc24fb68b0" providerId="ADAL" clId="{25587267-C23C-4B9C-9372-B60F1BFF1E23}" dt="2026-04-20T09:48:48.241" v="1282" actId="2711"/>
          <ac:graphicFrameMkLst>
            <pc:docMk/>
            <pc:sldMk cId="1548222547" sldId="263"/>
            <ac:graphicFrameMk id="4" creationId="{70854BB0-F7A3-9F3A-176A-6ED1B7000A78}"/>
          </ac:graphicFrameMkLst>
        </pc:graphicFrameChg>
      </pc:sldChg>
      <pc:sldChg chg="addSp delSp modSp mod ord">
        <pc:chgData name="Leandro Gonçalves Barreira" userId="11c8c2f8-e9de-4574-b00a-3dfc24fb68b0" providerId="ADAL" clId="{25587267-C23C-4B9C-9372-B60F1BFF1E23}" dt="2026-04-20T17:27:42.793" v="2884" actId="1076"/>
        <pc:sldMkLst>
          <pc:docMk/>
          <pc:sldMk cId="4143393041" sldId="264"/>
        </pc:sldMkLst>
        <pc:spChg chg="mod">
          <ac:chgData name="Leandro Gonçalves Barreira" userId="11c8c2f8-e9de-4574-b00a-3dfc24fb68b0" providerId="ADAL" clId="{25587267-C23C-4B9C-9372-B60F1BFF1E23}" dt="2026-04-20T10:04:16.734" v="1443" actId="20577"/>
          <ac:spMkLst>
            <pc:docMk/>
            <pc:sldMk cId="4143393041" sldId="264"/>
            <ac:spMk id="3" creationId="{1401577D-5266-6C58-ABA6-AA4447248042}"/>
          </ac:spMkLst>
        </pc:spChg>
        <pc:spChg chg="mod">
          <ac:chgData name="Leandro Gonçalves Barreira" userId="11c8c2f8-e9de-4574-b00a-3dfc24fb68b0" providerId="ADAL" clId="{25587267-C23C-4B9C-9372-B60F1BFF1E23}" dt="2026-04-20T10:13:51.146" v="1527" actId="20577"/>
          <ac:spMkLst>
            <pc:docMk/>
            <pc:sldMk cId="4143393041" sldId="264"/>
            <ac:spMk id="4" creationId="{153A0A80-4856-A301-DF7A-B8C399F851E1}"/>
          </ac:spMkLst>
        </pc:spChg>
        <pc:spChg chg="mod">
          <ac:chgData name="Leandro Gonçalves Barreira" userId="11c8c2f8-e9de-4574-b00a-3dfc24fb68b0" providerId="ADAL" clId="{25587267-C23C-4B9C-9372-B60F1BFF1E23}" dt="2026-04-20T10:17:56.708" v="1552" actId="20577"/>
          <ac:spMkLst>
            <pc:docMk/>
            <pc:sldMk cId="4143393041" sldId="264"/>
            <ac:spMk id="6" creationId="{56F177BB-EA4E-FC0B-A30C-BBE090405BB3}"/>
          </ac:spMkLst>
        </pc:spChg>
        <pc:spChg chg="mod">
          <ac:chgData name="Leandro Gonçalves Barreira" userId="11c8c2f8-e9de-4574-b00a-3dfc24fb68b0" providerId="ADAL" clId="{25587267-C23C-4B9C-9372-B60F1BFF1E23}" dt="2026-04-20T13:10:42.136" v="1961" actId="115"/>
          <ac:spMkLst>
            <pc:docMk/>
            <pc:sldMk cId="4143393041" sldId="264"/>
            <ac:spMk id="9" creationId="{BC89AD40-00AD-C307-C03D-874D0B53210F}"/>
          </ac:spMkLst>
        </pc:spChg>
        <pc:spChg chg="mod">
          <ac:chgData name="Leandro Gonçalves Barreira" userId="11c8c2f8-e9de-4574-b00a-3dfc24fb68b0" providerId="ADAL" clId="{25587267-C23C-4B9C-9372-B60F1BFF1E23}" dt="2026-04-20T17:27:42.793" v="2884" actId="1076"/>
          <ac:spMkLst>
            <pc:docMk/>
            <pc:sldMk cId="4143393041" sldId="264"/>
            <ac:spMk id="17" creationId="{88FF4CE1-D7EC-AE2A-1C31-71B0560CD7A6}"/>
          </ac:spMkLst>
        </pc:spChg>
        <pc:spChg chg="mod">
          <ac:chgData name="Leandro Gonçalves Barreira" userId="11c8c2f8-e9de-4574-b00a-3dfc24fb68b0" providerId="ADAL" clId="{25587267-C23C-4B9C-9372-B60F1BFF1E23}" dt="2026-04-20T17:27:33.419" v="2883" actId="1076"/>
          <ac:spMkLst>
            <pc:docMk/>
            <pc:sldMk cId="4143393041" sldId="264"/>
            <ac:spMk id="18" creationId="{325EB21D-C41D-BF90-AF85-8F6D843FE673}"/>
          </ac:spMkLst>
        </pc:spChg>
        <pc:spChg chg="del mod">
          <ac:chgData name="Leandro Gonçalves Barreira" userId="11c8c2f8-e9de-4574-b00a-3dfc24fb68b0" providerId="ADAL" clId="{25587267-C23C-4B9C-9372-B60F1BFF1E23}" dt="2026-04-20T17:26:51.292" v="2878" actId="478"/>
          <ac:spMkLst>
            <pc:docMk/>
            <pc:sldMk cId="4143393041" sldId="264"/>
            <ac:spMk id="19" creationId="{BF7D900A-D9E2-A65C-2AFC-1EEEFEA7915D}"/>
          </ac:spMkLst>
        </pc:spChg>
        <pc:spChg chg="add del mod">
          <ac:chgData name="Leandro Gonçalves Barreira" userId="11c8c2f8-e9de-4574-b00a-3dfc24fb68b0" providerId="ADAL" clId="{25587267-C23C-4B9C-9372-B60F1BFF1E23}" dt="2026-04-20T10:01:54.685" v="1403" actId="478"/>
          <ac:spMkLst>
            <pc:docMk/>
            <pc:sldMk cId="4143393041" sldId="264"/>
            <ac:spMk id="21" creationId="{EA124D57-D0F9-8607-0AF4-E889E2EE6DF0}"/>
          </ac:spMkLst>
        </pc:spChg>
        <pc:graphicFrameChg chg="del">
          <ac:chgData name="Leandro Gonçalves Barreira" userId="11c8c2f8-e9de-4574-b00a-3dfc24fb68b0" providerId="ADAL" clId="{25587267-C23C-4B9C-9372-B60F1BFF1E23}" dt="2026-04-20T10:01:52.691" v="1402" actId="478"/>
          <ac:graphicFrameMkLst>
            <pc:docMk/>
            <pc:sldMk cId="4143393041" sldId="264"/>
            <ac:graphicFrameMk id="11" creationId="{3C482F4F-57E5-6D01-B335-E14E10B1C9AD}"/>
          </ac:graphicFrameMkLst>
        </pc:graphicFrameChg>
        <pc:graphicFrameChg chg="add mod">
          <ac:chgData name="Leandro Gonçalves Barreira" userId="11c8c2f8-e9de-4574-b00a-3dfc24fb68b0" providerId="ADAL" clId="{25587267-C23C-4B9C-9372-B60F1BFF1E23}" dt="2026-04-20T10:17:29.269" v="1541"/>
          <ac:graphicFrameMkLst>
            <pc:docMk/>
            <pc:sldMk cId="4143393041" sldId="264"/>
            <ac:graphicFrameMk id="25" creationId="{3F3AB70E-A2B2-6598-9CD5-338EEB920AC0}"/>
          </ac:graphicFrameMkLst>
        </pc:graphicFrameChg>
        <pc:picChg chg="mod">
          <ac:chgData name="Leandro Gonçalves Barreira" userId="11c8c2f8-e9de-4574-b00a-3dfc24fb68b0" providerId="ADAL" clId="{25587267-C23C-4B9C-9372-B60F1BFF1E23}" dt="2026-04-20T17:27:42.793" v="2884" actId="1076"/>
          <ac:picMkLst>
            <pc:docMk/>
            <pc:sldMk cId="4143393041" sldId="264"/>
            <ac:picMk id="8" creationId="{9AB021A5-E735-56BB-7C21-4883A1676AEA}"/>
          </ac:picMkLst>
        </pc:picChg>
        <pc:picChg chg="mod">
          <ac:chgData name="Leandro Gonçalves Barreira" userId="11c8c2f8-e9de-4574-b00a-3dfc24fb68b0" providerId="ADAL" clId="{25587267-C23C-4B9C-9372-B60F1BFF1E23}" dt="2026-04-20T17:27:33.419" v="2883" actId="1076"/>
          <ac:picMkLst>
            <pc:docMk/>
            <pc:sldMk cId="4143393041" sldId="264"/>
            <ac:picMk id="20" creationId="{12F97E03-290C-E08B-3196-A445E6DDFA16}"/>
          </ac:picMkLst>
        </pc:picChg>
        <pc:picChg chg="del">
          <ac:chgData name="Leandro Gonçalves Barreira" userId="11c8c2f8-e9de-4574-b00a-3dfc24fb68b0" providerId="ADAL" clId="{25587267-C23C-4B9C-9372-B60F1BFF1E23}" dt="2026-04-20T10:09:05.864" v="1492" actId="478"/>
          <ac:picMkLst>
            <pc:docMk/>
            <pc:sldMk cId="4143393041" sldId="264"/>
            <ac:picMk id="22" creationId="{79E24679-45A4-8864-5C44-BBD1CF922213}"/>
          </ac:picMkLst>
        </pc:picChg>
        <pc:picChg chg="add del mod">
          <ac:chgData name="Leandro Gonçalves Barreira" userId="11c8c2f8-e9de-4574-b00a-3dfc24fb68b0" providerId="ADAL" clId="{25587267-C23C-4B9C-9372-B60F1BFF1E23}" dt="2026-04-20T17:26:48.366" v="2877" actId="478"/>
          <ac:picMkLst>
            <pc:docMk/>
            <pc:sldMk cId="4143393041" sldId="264"/>
            <ac:picMk id="1026" creationId="{BDA244E8-204F-DA83-2242-8CE2488722E8}"/>
          </ac:picMkLst>
        </pc:picChg>
      </pc:sldChg>
      <pc:sldChg chg="addSp modSp mod">
        <pc:chgData name="Leandro Gonçalves Barreira" userId="11c8c2f8-e9de-4574-b00a-3dfc24fb68b0" providerId="ADAL" clId="{25587267-C23C-4B9C-9372-B60F1BFF1E23}" dt="2026-04-19T08:25:33.162" v="177" actId="20577"/>
        <pc:sldMkLst>
          <pc:docMk/>
          <pc:sldMk cId="3549887361" sldId="265"/>
        </pc:sldMkLst>
        <pc:spChg chg="mod">
          <ac:chgData name="Leandro Gonçalves Barreira" userId="11c8c2f8-e9de-4574-b00a-3dfc24fb68b0" providerId="ADAL" clId="{25587267-C23C-4B9C-9372-B60F1BFF1E23}" dt="2026-04-11T16:08:50.193" v="16" actId="20577"/>
          <ac:spMkLst>
            <pc:docMk/>
            <pc:sldMk cId="3549887361" sldId="265"/>
            <ac:spMk id="2" creationId="{FB18284F-35FA-8512-F3C5-22816360F701}"/>
          </ac:spMkLst>
        </pc:spChg>
        <pc:spChg chg="mod">
          <ac:chgData name="Leandro Gonçalves Barreira" userId="11c8c2f8-e9de-4574-b00a-3dfc24fb68b0" providerId="ADAL" clId="{25587267-C23C-4B9C-9372-B60F1BFF1E23}" dt="2026-04-19T07:54:53.307" v="131" actId="14100"/>
          <ac:spMkLst>
            <pc:docMk/>
            <pc:sldMk cId="3549887361" sldId="265"/>
            <ac:spMk id="3" creationId="{C6982197-1D3F-8914-D7DF-7FF237AC4585}"/>
          </ac:spMkLst>
        </pc:spChg>
        <pc:spChg chg="add mod">
          <ac:chgData name="Leandro Gonçalves Barreira" userId="11c8c2f8-e9de-4574-b00a-3dfc24fb68b0" providerId="ADAL" clId="{25587267-C23C-4B9C-9372-B60F1BFF1E23}" dt="2026-04-19T07:49:52.947" v="107" actId="20577"/>
          <ac:spMkLst>
            <pc:docMk/>
            <pc:sldMk cId="3549887361" sldId="265"/>
            <ac:spMk id="5" creationId="{C47EEC2C-20BA-21E3-E7F0-3A6446633E2E}"/>
          </ac:spMkLst>
        </pc:spChg>
        <pc:spChg chg="add mod">
          <ac:chgData name="Leandro Gonçalves Barreira" userId="11c8c2f8-e9de-4574-b00a-3dfc24fb68b0" providerId="ADAL" clId="{25587267-C23C-4B9C-9372-B60F1BFF1E23}" dt="2026-04-19T08:25:33.162" v="177" actId="20577"/>
          <ac:spMkLst>
            <pc:docMk/>
            <pc:sldMk cId="3549887361" sldId="265"/>
            <ac:spMk id="7" creationId="{22A92091-F369-190F-EF26-A7A5E23F2A46}"/>
          </ac:spMkLst>
        </pc:spChg>
      </pc:sldChg>
      <pc:sldChg chg="modSp add del mod ord">
        <pc:chgData name="Leandro Gonçalves Barreira" userId="11c8c2f8-e9de-4574-b00a-3dfc24fb68b0" providerId="ADAL" clId="{25587267-C23C-4B9C-9372-B60F1BFF1E23}" dt="2026-04-19T08:04:40.882" v="148" actId="47"/>
        <pc:sldMkLst>
          <pc:docMk/>
          <pc:sldMk cId="1129298555" sldId="276"/>
        </pc:sldMkLst>
        <pc:spChg chg="mod">
          <ac:chgData name="Leandro Gonçalves Barreira" userId="11c8c2f8-e9de-4574-b00a-3dfc24fb68b0" providerId="ADAL" clId="{25587267-C23C-4B9C-9372-B60F1BFF1E23}" dt="2026-04-19T08:04:30.338" v="146" actId="20577"/>
          <ac:spMkLst>
            <pc:docMk/>
            <pc:sldMk cId="1129298555" sldId="276"/>
            <ac:spMk id="6" creationId="{7224A8C0-B4FD-7499-6C06-488E0A67C63E}"/>
          </ac:spMkLst>
        </pc:spChg>
      </pc:sldChg>
      <pc:sldChg chg="addSp modSp del">
        <pc:chgData name="Leandro Gonçalves Barreira" userId="11c8c2f8-e9de-4574-b00a-3dfc24fb68b0" providerId="ADAL" clId="{25587267-C23C-4B9C-9372-B60F1BFF1E23}" dt="2026-04-19T07:52:07.986" v="115" actId="47"/>
        <pc:sldMkLst>
          <pc:docMk/>
          <pc:sldMk cId="1916327223" sldId="278"/>
        </pc:sldMkLst>
        <pc:spChg chg="add mod">
          <ac:chgData name="Leandro Gonçalves Barreira" userId="11c8c2f8-e9de-4574-b00a-3dfc24fb68b0" providerId="ADAL" clId="{25587267-C23C-4B9C-9372-B60F1BFF1E23}" dt="2026-04-19T07:50:55.696" v="109"/>
          <ac:spMkLst>
            <pc:docMk/>
            <pc:sldMk cId="1916327223" sldId="278"/>
            <ac:spMk id="2" creationId="{7D93BF9A-5105-C743-05E1-F533B2865B97}"/>
          </ac:spMkLst>
        </pc:spChg>
      </pc:sldChg>
      <pc:sldChg chg="modSp mod">
        <pc:chgData name="Leandro Gonçalves Barreira" userId="11c8c2f8-e9de-4574-b00a-3dfc24fb68b0" providerId="ADAL" clId="{25587267-C23C-4B9C-9372-B60F1BFF1E23}" dt="2026-04-20T13:06:13.003" v="1899" actId="20577"/>
        <pc:sldMkLst>
          <pc:docMk/>
          <pc:sldMk cId="1435714371" sldId="290"/>
        </pc:sldMkLst>
        <pc:spChg chg="mod">
          <ac:chgData name="Leandro Gonçalves Barreira" userId="11c8c2f8-e9de-4574-b00a-3dfc24fb68b0" providerId="ADAL" clId="{25587267-C23C-4B9C-9372-B60F1BFF1E23}" dt="2026-04-20T13:06:13.003" v="1899" actId="20577"/>
          <ac:spMkLst>
            <pc:docMk/>
            <pc:sldMk cId="1435714371" sldId="290"/>
            <ac:spMk id="6" creationId="{1EE83179-40C1-5AD9-D098-B7325A6EBEE9}"/>
          </ac:spMkLst>
        </pc:spChg>
        <pc:spChg chg="mod">
          <ac:chgData name="Leandro Gonçalves Barreira" userId="11c8c2f8-e9de-4574-b00a-3dfc24fb68b0" providerId="ADAL" clId="{25587267-C23C-4B9C-9372-B60F1BFF1E23}" dt="2026-04-20T10:43:38.824" v="1571" actId="2711"/>
          <ac:spMkLst>
            <pc:docMk/>
            <pc:sldMk cId="1435714371" sldId="290"/>
            <ac:spMk id="7" creationId="{4C422077-329E-0636-B6A5-BE13F5D0B871}"/>
          </ac:spMkLst>
        </pc:spChg>
        <pc:spChg chg="mod">
          <ac:chgData name="Leandro Gonçalves Barreira" userId="11c8c2f8-e9de-4574-b00a-3dfc24fb68b0" providerId="ADAL" clId="{25587267-C23C-4B9C-9372-B60F1BFF1E23}" dt="2026-04-20T10:43:38.824" v="1571" actId="2711"/>
          <ac:spMkLst>
            <pc:docMk/>
            <pc:sldMk cId="1435714371" sldId="290"/>
            <ac:spMk id="10" creationId="{D562CCCE-A66B-0778-0AFB-031801C06CC8}"/>
          </ac:spMkLst>
        </pc:spChg>
        <pc:spChg chg="mod">
          <ac:chgData name="Leandro Gonçalves Barreira" userId="11c8c2f8-e9de-4574-b00a-3dfc24fb68b0" providerId="ADAL" clId="{25587267-C23C-4B9C-9372-B60F1BFF1E23}" dt="2026-04-20T10:43:38.824" v="1571" actId="2711"/>
          <ac:spMkLst>
            <pc:docMk/>
            <pc:sldMk cId="1435714371" sldId="290"/>
            <ac:spMk id="12" creationId="{BC639B91-17DE-A806-5EB5-566E847316C8}"/>
          </ac:spMkLst>
        </pc:spChg>
        <pc:spChg chg="mod">
          <ac:chgData name="Leandro Gonçalves Barreira" userId="11c8c2f8-e9de-4574-b00a-3dfc24fb68b0" providerId="ADAL" clId="{25587267-C23C-4B9C-9372-B60F1BFF1E23}" dt="2026-04-20T10:43:38.824" v="1571" actId="2711"/>
          <ac:spMkLst>
            <pc:docMk/>
            <pc:sldMk cId="1435714371" sldId="290"/>
            <ac:spMk id="13" creationId="{150A4820-BA76-9703-64C7-E1E6F411A41E}"/>
          </ac:spMkLst>
        </pc:spChg>
        <pc:graphicFrameChg chg="modGraphic">
          <ac:chgData name="Leandro Gonçalves Barreira" userId="11c8c2f8-e9de-4574-b00a-3dfc24fb68b0" providerId="ADAL" clId="{25587267-C23C-4B9C-9372-B60F1BFF1E23}" dt="2026-04-20T10:43:17.089" v="1570" actId="20577"/>
          <ac:graphicFrameMkLst>
            <pc:docMk/>
            <pc:sldMk cId="1435714371" sldId="290"/>
            <ac:graphicFrameMk id="11" creationId="{C7DE706F-2061-0685-05B9-22831DD0F52A}"/>
          </ac:graphicFrameMkLst>
        </pc:graphicFrameChg>
      </pc:sldChg>
      <pc:sldChg chg="modSp mod">
        <pc:chgData name="Leandro Gonçalves Barreira" userId="11c8c2f8-e9de-4574-b00a-3dfc24fb68b0" providerId="ADAL" clId="{25587267-C23C-4B9C-9372-B60F1BFF1E23}" dt="2026-04-20T13:06:04.552" v="1898" actId="20577"/>
        <pc:sldMkLst>
          <pc:docMk/>
          <pc:sldMk cId="233747066" sldId="295"/>
        </pc:sldMkLst>
        <pc:spChg chg="mod">
          <ac:chgData name="Leandro Gonçalves Barreira" userId="11c8c2f8-e9de-4574-b00a-3dfc24fb68b0" providerId="ADAL" clId="{25587267-C23C-4B9C-9372-B60F1BFF1E23}" dt="2026-04-20T13:06:04.552" v="1898" actId="20577"/>
          <ac:spMkLst>
            <pc:docMk/>
            <pc:sldMk cId="233747066" sldId="295"/>
            <ac:spMk id="6" creationId="{D91CD2BD-F584-E021-A48F-34F8A2A5FF61}"/>
          </ac:spMkLst>
        </pc:spChg>
        <pc:spChg chg="mod">
          <ac:chgData name="Leandro Gonçalves Barreira" userId="11c8c2f8-e9de-4574-b00a-3dfc24fb68b0" providerId="ADAL" clId="{25587267-C23C-4B9C-9372-B60F1BFF1E23}" dt="2026-04-20T10:45:33.031" v="1577" actId="207"/>
          <ac:spMkLst>
            <pc:docMk/>
            <pc:sldMk cId="233747066" sldId="295"/>
            <ac:spMk id="11" creationId="{B8597B5D-FA0D-F892-F37D-3FB540D18F91}"/>
          </ac:spMkLst>
        </pc:spChg>
        <pc:spChg chg="mod">
          <ac:chgData name="Leandro Gonçalves Barreira" userId="11c8c2f8-e9de-4574-b00a-3dfc24fb68b0" providerId="ADAL" clId="{25587267-C23C-4B9C-9372-B60F1BFF1E23}" dt="2026-04-20T10:45:33.031" v="1577" actId="207"/>
          <ac:spMkLst>
            <pc:docMk/>
            <pc:sldMk cId="233747066" sldId="295"/>
            <ac:spMk id="37" creationId="{261A9342-2766-BEF2-8ACA-0A8EEA729A73}"/>
          </ac:spMkLst>
        </pc:spChg>
        <pc:spChg chg="mod">
          <ac:chgData name="Leandro Gonçalves Barreira" userId="11c8c2f8-e9de-4574-b00a-3dfc24fb68b0" providerId="ADAL" clId="{25587267-C23C-4B9C-9372-B60F1BFF1E23}" dt="2026-04-20T10:45:33.031" v="1577" actId="207"/>
          <ac:spMkLst>
            <pc:docMk/>
            <pc:sldMk cId="233747066" sldId="295"/>
            <ac:spMk id="38" creationId="{F0143977-902B-3A03-2A05-1B089C508488}"/>
          </ac:spMkLst>
        </pc:spChg>
        <pc:spChg chg="mod">
          <ac:chgData name="Leandro Gonçalves Barreira" userId="11c8c2f8-e9de-4574-b00a-3dfc24fb68b0" providerId="ADAL" clId="{25587267-C23C-4B9C-9372-B60F1BFF1E23}" dt="2026-04-20T10:45:33.031" v="1577" actId="207"/>
          <ac:spMkLst>
            <pc:docMk/>
            <pc:sldMk cId="233747066" sldId="295"/>
            <ac:spMk id="39" creationId="{BD2937A6-C1E7-8720-C5A1-3819D7AFE52A}"/>
          </ac:spMkLst>
        </pc:spChg>
        <pc:spChg chg="mod">
          <ac:chgData name="Leandro Gonçalves Barreira" userId="11c8c2f8-e9de-4574-b00a-3dfc24fb68b0" providerId="ADAL" clId="{25587267-C23C-4B9C-9372-B60F1BFF1E23}" dt="2026-04-20T10:45:33.031" v="1577" actId="207"/>
          <ac:spMkLst>
            <pc:docMk/>
            <pc:sldMk cId="233747066" sldId="295"/>
            <ac:spMk id="40" creationId="{59483CA7-BE2D-0AAB-ED28-26B12372D5D7}"/>
          </ac:spMkLst>
        </pc:spChg>
      </pc:sldChg>
      <pc:sldChg chg="modSp mod">
        <pc:chgData name="Leandro Gonçalves Barreira" userId="11c8c2f8-e9de-4574-b00a-3dfc24fb68b0" providerId="ADAL" clId="{25587267-C23C-4B9C-9372-B60F1BFF1E23}" dt="2026-04-20T13:06:22.533" v="1902"/>
        <pc:sldMkLst>
          <pc:docMk/>
          <pc:sldMk cId="1916679901" sldId="297"/>
        </pc:sldMkLst>
        <pc:spChg chg="mod">
          <ac:chgData name="Leandro Gonçalves Barreira" userId="11c8c2f8-e9de-4574-b00a-3dfc24fb68b0" providerId="ADAL" clId="{25587267-C23C-4B9C-9372-B60F1BFF1E23}" dt="2026-04-20T11:15:40.591" v="1868" actId="20577"/>
          <ac:spMkLst>
            <pc:docMk/>
            <pc:sldMk cId="1916679901" sldId="297"/>
            <ac:spMk id="3" creationId="{8DF89677-BC33-386B-565F-754C8A616B68}"/>
          </ac:spMkLst>
        </pc:spChg>
        <pc:spChg chg="mod">
          <ac:chgData name="Leandro Gonçalves Barreira" userId="11c8c2f8-e9de-4574-b00a-3dfc24fb68b0" providerId="ADAL" clId="{25587267-C23C-4B9C-9372-B60F1BFF1E23}" dt="2026-04-20T13:06:22.533" v="1902"/>
          <ac:spMkLst>
            <pc:docMk/>
            <pc:sldMk cId="1916679901" sldId="297"/>
            <ac:spMk id="6" creationId="{5CCEEA2B-051E-C245-C915-EC70C5E584C9}"/>
          </ac:spMkLst>
        </pc:spChg>
      </pc:sldChg>
      <pc:sldChg chg="modSp mod">
        <pc:chgData name="Leandro Gonçalves Barreira" userId="11c8c2f8-e9de-4574-b00a-3dfc24fb68b0" providerId="ADAL" clId="{25587267-C23C-4B9C-9372-B60F1BFF1E23}" dt="2026-04-20T13:06:31.178" v="1904"/>
        <pc:sldMkLst>
          <pc:docMk/>
          <pc:sldMk cId="1452608646" sldId="300"/>
        </pc:sldMkLst>
        <pc:spChg chg="mod">
          <ac:chgData name="Leandro Gonçalves Barreira" userId="11c8c2f8-e9de-4574-b00a-3dfc24fb68b0" providerId="ADAL" clId="{25587267-C23C-4B9C-9372-B60F1BFF1E23}" dt="2026-04-20T11:15:35.003" v="1867" actId="20577"/>
          <ac:spMkLst>
            <pc:docMk/>
            <pc:sldMk cId="1452608646" sldId="300"/>
            <ac:spMk id="13" creationId="{39B8DC00-B84F-8B9C-FCD6-413B2EEA5F78}"/>
          </ac:spMkLst>
        </pc:spChg>
        <pc:spChg chg="mod">
          <ac:chgData name="Leandro Gonçalves Barreira" userId="11c8c2f8-e9de-4574-b00a-3dfc24fb68b0" providerId="ADAL" clId="{25587267-C23C-4B9C-9372-B60F1BFF1E23}" dt="2026-04-20T13:06:31.178" v="1904"/>
          <ac:spMkLst>
            <pc:docMk/>
            <pc:sldMk cId="1452608646" sldId="300"/>
            <ac:spMk id="29" creationId="{6888D57B-8FF0-B681-D3EF-20428E47F637}"/>
          </ac:spMkLst>
        </pc:spChg>
      </pc:sldChg>
      <pc:sldChg chg="modSp mod">
        <pc:chgData name="Leandro Gonçalves Barreira" userId="11c8c2f8-e9de-4574-b00a-3dfc24fb68b0" providerId="ADAL" clId="{25587267-C23C-4B9C-9372-B60F1BFF1E23}" dt="2026-04-19T08:02:10.807" v="140" actId="20577"/>
        <pc:sldMkLst>
          <pc:docMk/>
          <pc:sldMk cId="1843534611" sldId="301"/>
        </pc:sldMkLst>
        <pc:spChg chg="mod">
          <ac:chgData name="Leandro Gonçalves Barreira" userId="11c8c2f8-e9de-4574-b00a-3dfc24fb68b0" providerId="ADAL" clId="{25587267-C23C-4B9C-9372-B60F1BFF1E23}" dt="2026-04-19T08:02:10.807" v="140" actId="20577"/>
          <ac:spMkLst>
            <pc:docMk/>
            <pc:sldMk cId="1843534611" sldId="301"/>
            <ac:spMk id="12" creationId="{7B48DF74-09F7-CCE1-AFAA-45CAEF587EA8}"/>
          </ac:spMkLst>
        </pc:spChg>
        <pc:picChg chg="mod">
          <ac:chgData name="Leandro Gonçalves Barreira" userId="11c8c2f8-e9de-4574-b00a-3dfc24fb68b0" providerId="ADAL" clId="{25587267-C23C-4B9C-9372-B60F1BFF1E23}" dt="2026-04-19T07:57:43.411" v="132" actId="1076"/>
          <ac:picMkLst>
            <pc:docMk/>
            <pc:sldMk cId="1843534611" sldId="301"/>
            <ac:picMk id="20" creationId="{A0260151-C5F3-09E0-71AD-BEBD5C47F7DE}"/>
          </ac:picMkLst>
        </pc:picChg>
      </pc:sldChg>
      <pc:sldChg chg="addSp modSp">
        <pc:chgData name="Leandro Gonçalves Barreira" userId="11c8c2f8-e9de-4574-b00a-3dfc24fb68b0" providerId="ADAL" clId="{25587267-C23C-4B9C-9372-B60F1BFF1E23}" dt="2026-04-19T08:26:10.826" v="192"/>
        <pc:sldMkLst>
          <pc:docMk/>
          <pc:sldMk cId="464399593" sldId="302"/>
        </pc:sldMkLst>
        <pc:spChg chg="add mod">
          <ac:chgData name="Leandro Gonçalves Barreira" userId="11c8c2f8-e9de-4574-b00a-3dfc24fb68b0" providerId="ADAL" clId="{25587267-C23C-4B9C-9372-B60F1BFF1E23}" dt="2026-04-19T07:51:07.628" v="110"/>
          <ac:spMkLst>
            <pc:docMk/>
            <pc:sldMk cId="464399593" sldId="302"/>
            <ac:spMk id="5" creationId="{F41E56D1-4C37-39AB-BA60-4B13D829D4AC}"/>
          </ac:spMkLst>
        </pc:spChg>
        <pc:spChg chg="add mod">
          <ac:chgData name="Leandro Gonçalves Barreira" userId="11c8c2f8-e9de-4574-b00a-3dfc24fb68b0" providerId="ADAL" clId="{25587267-C23C-4B9C-9372-B60F1BFF1E23}" dt="2026-04-19T08:26:10.826" v="192"/>
          <ac:spMkLst>
            <pc:docMk/>
            <pc:sldMk cId="464399593" sldId="302"/>
            <ac:spMk id="6" creationId="{BBF1BB23-776D-81A9-D302-66DFB6110FD7}"/>
          </ac:spMkLst>
        </pc:spChg>
      </pc:sldChg>
      <pc:sldChg chg="modSp mod modCm">
        <pc:chgData name="Leandro Gonçalves Barreira" userId="11c8c2f8-e9de-4574-b00a-3dfc24fb68b0" providerId="ADAL" clId="{25587267-C23C-4B9C-9372-B60F1BFF1E23}" dt="2026-04-20T14:57:59.655" v="2450" actId="20577"/>
        <pc:sldMkLst>
          <pc:docMk/>
          <pc:sldMk cId="2544812054" sldId="303"/>
        </pc:sldMkLst>
        <pc:spChg chg="mod">
          <ac:chgData name="Leandro Gonçalves Barreira" userId="11c8c2f8-e9de-4574-b00a-3dfc24fb68b0" providerId="ADAL" clId="{25587267-C23C-4B9C-9372-B60F1BFF1E23}" dt="2026-04-20T11:16:04.188" v="1869" actId="20577"/>
          <ac:spMkLst>
            <pc:docMk/>
            <pc:sldMk cId="2544812054" sldId="303"/>
            <ac:spMk id="3" creationId="{2180B61A-4AC5-B957-D174-76FB273B8B23}"/>
          </ac:spMkLst>
        </pc:spChg>
        <pc:spChg chg="mod">
          <ac:chgData name="Leandro Gonçalves Barreira" userId="11c8c2f8-e9de-4574-b00a-3dfc24fb68b0" providerId="ADAL" clId="{25587267-C23C-4B9C-9372-B60F1BFF1E23}" dt="2026-04-20T14:57:59.655" v="2450" actId="20577"/>
          <ac:spMkLst>
            <pc:docMk/>
            <pc:sldMk cId="2544812054" sldId="303"/>
            <ac:spMk id="6" creationId="{51A69CBD-47C5-DDA4-CDFC-D40DA261F696}"/>
          </ac:spMkLst>
        </pc:spChg>
        <pc:spChg chg="mod">
          <ac:chgData name="Leandro Gonçalves Barreira" userId="11c8c2f8-e9de-4574-b00a-3dfc24fb68b0" providerId="ADAL" clId="{25587267-C23C-4B9C-9372-B60F1BFF1E23}" dt="2026-04-20T13:37:24.713" v="2031" actId="255"/>
          <ac:spMkLst>
            <pc:docMk/>
            <pc:sldMk cId="2544812054" sldId="303"/>
            <ac:spMk id="11" creationId="{C2F844FD-7A9C-F000-31E8-FF4B7623F3A9}"/>
          </ac:spMkLst>
        </pc:spChg>
        <pc:graphicFrameChg chg="mod modGraphic">
          <ac:chgData name="Leandro Gonçalves Barreira" userId="11c8c2f8-e9de-4574-b00a-3dfc24fb68b0" providerId="ADAL" clId="{25587267-C23C-4B9C-9372-B60F1BFF1E23}" dt="2026-04-20T14:46:25.925" v="2242" actId="20577"/>
          <ac:graphicFrameMkLst>
            <pc:docMk/>
            <pc:sldMk cId="2544812054" sldId="303"/>
            <ac:graphicFrameMk id="10" creationId="{FFF06803-17E2-7584-5B6B-D023E50AC972}"/>
          </ac:graphicFrameMkLst>
        </pc:graphicFrameChg>
        <pc:graphicFrameChg chg="modGraphic">
          <ac:chgData name="Leandro Gonçalves Barreira" userId="11c8c2f8-e9de-4574-b00a-3dfc24fb68b0" providerId="ADAL" clId="{25587267-C23C-4B9C-9372-B60F1BFF1E23}" dt="2026-04-20T13:31:06.544" v="2011" actId="207"/>
          <ac:graphicFrameMkLst>
            <pc:docMk/>
            <pc:sldMk cId="2544812054" sldId="303"/>
            <ac:graphicFrameMk id="49" creationId="{31D946D5-49FF-44DC-D95D-D156ED21228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Leandro Gonçalves Barreira" userId="11c8c2f8-e9de-4574-b00a-3dfc24fb68b0" providerId="ADAL" clId="{25587267-C23C-4B9C-9372-B60F1BFF1E23}" dt="2026-04-20T14:45:43.214" v="2237" actId="20577"/>
              <pc2:cmMkLst xmlns:pc2="http://schemas.microsoft.com/office/powerpoint/2019/9/main/command">
                <pc:docMk/>
                <pc:sldMk cId="2544812054" sldId="303"/>
                <pc2:cmMk id="{0D26409D-03FB-4490-9C8F-7894A8A89857}"/>
              </pc2:cmMkLst>
            </pc226:cmChg>
          </p:ext>
        </pc:extLst>
      </pc:sldChg>
      <pc:sldChg chg="addSp modSp mod modCm">
        <pc:chgData name="Leandro Gonçalves Barreira" userId="11c8c2f8-e9de-4574-b00a-3dfc24fb68b0" providerId="ADAL" clId="{25587267-C23C-4B9C-9372-B60F1BFF1E23}" dt="2026-04-20T16:06:22.959" v="2647"/>
        <pc:sldMkLst>
          <pc:docMk/>
          <pc:sldMk cId="1209917667" sldId="304"/>
        </pc:sldMkLst>
        <pc:spChg chg="mod">
          <ac:chgData name="Leandro Gonçalves Barreira" userId="11c8c2f8-e9de-4574-b00a-3dfc24fb68b0" providerId="ADAL" clId="{25587267-C23C-4B9C-9372-B60F1BFF1E23}" dt="2026-04-20T14:57:52.855" v="2446" actId="20577"/>
          <ac:spMkLst>
            <pc:docMk/>
            <pc:sldMk cId="1209917667" sldId="304"/>
            <ac:spMk id="6" creationId="{F765D3A9-D42F-2206-C504-73A97A9C362F}"/>
          </ac:spMkLst>
        </pc:spChg>
        <pc:spChg chg="mod">
          <ac:chgData name="Leandro Gonçalves Barreira" userId="11c8c2f8-e9de-4574-b00a-3dfc24fb68b0" providerId="ADAL" clId="{25587267-C23C-4B9C-9372-B60F1BFF1E23}" dt="2026-04-20T13:37:05.751" v="2025" actId="403"/>
          <ac:spMkLst>
            <pc:docMk/>
            <pc:sldMk cId="1209917667" sldId="304"/>
            <ac:spMk id="11" creationId="{CCD0E084-6A1B-7ADC-D5B3-4ECD5A7AE1DA}"/>
          </ac:spMkLst>
        </pc:spChg>
        <pc:spChg chg="mod">
          <ac:chgData name="Leandro Gonçalves Barreira" userId="11c8c2f8-e9de-4574-b00a-3dfc24fb68b0" providerId="ADAL" clId="{25587267-C23C-4B9C-9372-B60F1BFF1E23}" dt="2026-04-20T13:37:09.227" v="2027" actId="255"/>
          <ac:spMkLst>
            <pc:docMk/>
            <pc:sldMk cId="1209917667" sldId="304"/>
            <ac:spMk id="15" creationId="{0A39515A-39EE-8AC5-E1AD-FE618F3A67D5}"/>
          </ac:spMkLst>
        </pc:spChg>
        <pc:graphicFrameChg chg="add mod">
          <ac:chgData name="Leandro Gonçalves Barreira" userId="11c8c2f8-e9de-4574-b00a-3dfc24fb68b0" providerId="ADAL" clId="{25587267-C23C-4B9C-9372-B60F1BFF1E23}" dt="2026-04-20T16:06:22.959" v="2647"/>
          <ac:graphicFrameMkLst>
            <pc:docMk/>
            <pc:sldMk cId="1209917667" sldId="304"/>
            <ac:graphicFrameMk id="12" creationId="{43750954-E55D-0995-93F8-782FB0B13614}"/>
          </ac:graphicFrameMkLst>
        </pc:graphicFrameChg>
        <pc:graphicFrameChg chg="mod modGraphic">
          <ac:chgData name="Leandro Gonçalves Barreira" userId="11c8c2f8-e9de-4574-b00a-3dfc24fb68b0" providerId="ADAL" clId="{25587267-C23C-4B9C-9372-B60F1BFF1E23}" dt="2026-04-20T14:57:27.291" v="2441"/>
          <ac:graphicFrameMkLst>
            <pc:docMk/>
            <pc:sldMk cId="1209917667" sldId="304"/>
            <ac:graphicFrameMk id="16" creationId="{A3808B68-6941-0B30-A444-A2A460EF5D7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Leandro Gonçalves Barreira" userId="11c8c2f8-e9de-4574-b00a-3dfc24fb68b0" providerId="ADAL" clId="{25587267-C23C-4B9C-9372-B60F1BFF1E23}" dt="2026-04-20T14:57:26.667" v="2440" actId="20577"/>
              <pc2:cmMkLst xmlns:pc2="http://schemas.microsoft.com/office/powerpoint/2019/9/main/command">
                <pc:docMk/>
                <pc:sldMk cId="1209917667" sldId="304"/>
                <pc2:cmMk id="{AA50456D-4C82-4D0F-8DC7-197FE85FFFFD}"/>
              </pc2:cmMkLst>
            </pc226:cmChg>
          </p:ext>
        </pc:extLst>
      </pc:sldChg>
      <pc:sldChg chg="modSp mod">
        <pc:chgData name="Leandro Gonçalves Barreira" userId="11c8c2f8-e9de-4574-b00a-3dfc24fb68b0" providerId="ADAL" clId="{25587267-C23C-4B9C-9372-B60F1BFF1E23}" dt="2026-04-20T13:38:35.196" v="2034" actId="12"/>
        <pc:sldMkLst>
          <pc:docMk/>
          <pc:sldMk cId="2569366682" sldId="305"/>
        </pc:sldMkLst>
        <pc:spChg chg="mod">
          <ac:chgData name="Leandro Gonçalves Barreira" userId="11c8c2f8-e9de-4574-b00a-3dfc24fb68b0" providerId="ADAL" clId="{25587267-C23C-4B9C-9372-B60F1BFF1E23}" dt="2026-04-20T13:38:35.196" v="2034" actId="12"/>
          <ac:spMkLst>
            <pc:docMk/>
            <pc:sldMk cId="2569366682" sldId="305"/>
            <ac:spMk id="11" creationId="{B2066B21-DAE5-332A-49E7-A54508812DEF}"/>
          </ac:spMkLst>
        </pc:spChg>
      </pc:sldChg>
      <pc:sldChg chg="addSp modSp">
        <pc:chgData name="Leandro Gonçalves Barreira" userId="11c8c2f8-e9de-4574-b00a-3dfc24fb68b0" providerId="ADAL" clId="{25587267-C23C-4B9C-9372-B60F1BFF1E23}" dt="2026-04-20T16:08:35.023" v="2657"/>
        <pc:sldMkLst>
          <pc:docMk/>
          <pc:sldMk cId="83427112" sldId="306"/>
        </pc:sldMkLst>
        <pc:graphicFrameChg chg="add mod">
          <ac:chgData name="Leandro Gonçalves Barreira" userId="11c8c2f8-e9de-4574-b00a-3dfc24fb68b0" providerId="ADAL" clId="{25587267-C23C-4B9C-9372-B60F1BFF1E23}" dt="2026-04-20T16:08:35.023" v="2657"/>
          <ac:graphicFrameMkLst>
            <pc:docMk/>
            <pc:sldMk cId="83427112" sldId="306"/>
            <ac:graphicFrameMk id="12" creationId="{3D98A12E-2836-54CE-7C48-C3B68735390A}"/>
          </ac:graphicFrameMkLst>
        </pc:graphicFrameChg>
      </pc:sldChg>
      <pc:sldChg chg="del">
        <pc:chgData name="Leandro Gonçalves Barreira" userId="11c8c2f8-e9de-4574-b00a-3dfc24fb68b0" providerId="ADAL" clId="{25587267-C23C-4B9C-9372-B60F1BFF1E23}" dt="2026-04-19T08:53:23.680" v="343" actId="47"/>
        <pc:sldMkLst>
          <pc:docMk/>
          <pc:sldMk cId="2897526307" sldId="308"/>
        </pc:sldMkLst>
      </pc:sldChg>
      <pc:sldChg chg="modSp mod">
        <pc:chgData name="Leandro Gonçalves Barreira" userId="11c8c2f8-e9de-4574-b00a-3dfc24fb68b0" providerId="ADAL" clId="{25587267-C23C-4B9C-9372-B60F1BFF1E23}" dt="2026-04-20T13:41:31.664" v="2050" actId="113"/>
        <pc:sldMkLst>
          <pc:docMk/>
          <pc:sldMk cId="4022522953" sldId="310"/>
        </pc:sldMkLst>
        <pc:spChg chg="mod">
          <ac:chgData name="Leandro Gonçalves Barreira" userId="11c8c2f8-e9de-4574-b00a-3dfc24fb68b0" providerId="ADAL" clId="{25587267-C23C-4B9C-9372-B60F1BFF1E23}" dt="2026-04-20T13:40:54.783" v="2047" actId="113"/>
          <ac:spMkLst>
            <pc:docMk/>
            <pc:sldMk cId="4022522953" sldId="310"/>
            <ac:spMk id="15" creationId="{B3A27EAB-BECA-F919-5DCF-BF30A754E472}"/>
          </ac:spMkLst>
        </pc:spChg>
        <pc:spChg chg="mod">
          <ac:chgData name="Leandro Gonçalves Barreira" userId="11c8c2f8-e9de-4574-b00a-3dfc24fb68b0" providerId="ADAL" clId="{25587267-C23C-4B9C-9372-B60F1BFF1E23}" dt="2026-04-20T13:41:31.664" v="2050" actId="113"/>
          <ac:spMkLst>
            <pc:docMk/>
            <pc:sldMk cId="4022522953" sldId="310"/>
            <ac:spMk id="17" creationId="{82669C4F-9DDD-3C82-C09B-0DEE46DF681E}"/>
          </ac:spMkLst>
        </pc:spChg>
      </pc:sldChg>
      <pc:sldChg chg="addSp delSp modSp mod">
        <pc:chgData name="Leandro Gonçalves Barreira" userId="11c8c2f8-e9de-4574-b00a-3dfc24fb68b0" providerId="ADAL" clId="{25587267-C23C-4B9C-9372-B60F1BFF1E23}" dt="2026-04-20T11:08:33.577" v="1850" actId="1076"/>
        <pc:sldMkLst>
          <pc:docMk/>
          <pc:sldMk cId="219068191" sldId="311"/>
        </pc:sldMkLst>
        <pc:spChg chg="mod">
          <ac:chgData name="Leandro Gonçalves Barreira" userId="11c8c2f8-e9de-4574-b00a-3dfc24fb68b0" providerId="ADAL" clId="{25587267-C23C-4B9C-9372-B60F1BFF1E23}" dt="2026-04-20T10:49:59.219" v="1664" actId="20577"/>
          <ac:spMkLst>
            <pc:docMk/>
            <pc:sldMk cId="219068191" sldId="311"/>
            <ac:spMk id="6" creationId="{CF4E0AF3-AB7F-7BB8-0B05-4B9FA6B1F62D}"/>
          </ac:spMkLst>
        </pc:spChg>
        <pc:spChg chg="mod">
          <ac:chgData name="Leandro Gonçalves Barreira" userId="11c8c2f8-e9de-4574-b00a-3dfc24fb68b0" providerId="ADAL" clId="{25587267-C23C-4B9C-9372-B60F1BFF1E23}" dt="2026-04-20T11:02:04.609" v="1833" actId="5793"/>
          <ac:spMkLst>
            <pc:docMk/>
            <pc:sldMk cId="219068191" sldId="311"/>
            <ac:spMk id="11" creationId="{CF5F152B-7117-9600-7854-0D5A4409629E}"/>
          </ac:spMkLst>
        </pc:spChg>
        <pc:spChg chg="mod">
          <ac:chgData name="Leandro Gonçalves Barreira" userId="11c8c2f8-e9de-4574-b00a-3dfc24fb68b0" providerId="ADAL" clId="{25587267-C23C-4B9C-9372-B60F1BFF1E23}" dt="2026-04-20T10:55:47.394" v="1711" actId="5793"/>
          <ac:spMkLst>
            <pc:docMk/>
            <pc:sldMk cId="219068191" sldId="311"/>
            <ac:spMk id="15" creationId="{76701A51-BA36-63AF-BB3D-1DEAD94F7B13}"/>
          </ac:spMkLst>
        </pc:spChg>
        <pc:spChg chg="add mod">
          <ac:chgData name="Leandro Gonçalves Barreira" userId="11c8c2f8-e9de-4574-b00a-3dfc24fb68b0" providerId="ADAL" clId="{25587267-C23C-4B9C-9372-B60F1BFF1E23}" dt="2026-04-20T11:08:33.577" v="1850" actId="1076"/>
          <ac:spMkLst>
            <pc:docMk/>
            <pc:sldMk cId="219068191" sldId="311"/>
            <ac:spMk id="17" creationId="{0054A0CF-7FE0-D88C-F60E-EBC13A2AFD89}"/>
          </ac:spMkLst>
        </pc:spChg>
        <pc:spChg chg="add mod">
          <ac:chgData name="Leandro Gonçalves Barreira" userId="11c8c2f8-e9de-4574-b00a-3dfc24fb68b0" providerId="ADAL" clId="{25587267-C23C-4B9C-9372-B60F1BFF1E23}" dt="2026-04-20T11:07:57.424" v="1849" actId="1076"/>
          <ac:spMkLst>
            <pc:docMk/>
            <pc:sldMk cId="219068191" sldId="311"/>
            <ac:spMk id="22" creationId="{248FF35C-0760-64A0-2D55-FDAFE7FAC82B}"/>
          </ac:spMkLst>
        </pc:spChg>
        <pc:picChg chg="add del mod">
          <ac:chgData name="Leandro Gonçalves Barreira" userId="11c8c2f8-e9de-4574-b00a-3dfc24fb68b0" providerId="ADAL" clId="{25587267-C23C-4B9C-9372-B60F1BFF1E23}" dt="2026-04-20T10:51:08.595" v="1666" actId="478"/>
          <ac:picMkLst>
            <pc:docMk/>
            <pc:sldMk cId="219068191" sldId="311"/>
            <ac:picMk id="8" creationId="{73C96226-F185-5B84-4902-DD91F2A737A9}"/>
          </ac:picMkLst>
        </pc:picChg>
        <pc:picChg chg="add del mod">
          <ac:chgData name="Leandro Gonçalves Barreira" userId="11c8c2f8-e9de-4574-b00a-3dfc24fb68b0" providerId="ADAL" clId="{25587267-C23C-4B9C-9372-B60F1BFF1E23}" dt="2026-04-20T11:06:31.619" v="1843" actId="478"/>
          <ac:picMkLst>
            <pc:docMk/>
            <pc:sldMk cId="219068191" sldId="311"/>
            <ac:picMk id="16" creationId="{1F11B6F0-151C-8CD2-C649-04D695DC3892}"/>
          </ac:picMkLst>
        </pc:picChg>
        <pc:picChg chg="add del mod">
          <ac:chgData name="Leandro Gonçalves Barreira" userId="11c8c2f8-e9de-4574-b00a-3dfc24fb68b0" providerId="ADAL" clId="{25587267-C23C-4B9C-9372-B60F1BFF1E23}" dt="2026-04-20T11:01:01.258" v="1723" actId="478"/>
          <ac:picMkLst>
            <pc:docMk/>
            <pc:sldMk cId="219068191" sldId="311"/>
            <ac:picMk id="19" creationId="{9448344E-AA65-0024-9C24-9835DBEBE065}"/>
          </ac:picMkLst>
        </pc:picChg>
        <pc:picChg chg="add mod">
          <ac:chgData name="Leandro Gonçalves Barreira" userId="11c8c2f8-e9de-4574-b00a-3dfc24fb68b0" providerId="ADAL" clId="{25587267-C23C-4B9C-9372-B60F1BFF1E23}" dt="2026-04-20T11:07:22.883" v="1847" actId="1076"/>
          <ac:picMkLst>
            <pc:docMk/>
            <pc:sldMk cId="219068191" sldId="311"/>
            <ac:picMk id="21" creationId="{4D0FE6A7-9427-786B-E51E-1115B3595AD8}"/>
          </ac:picMkLst>
        </pc:picChg>
        <pc:picChg chg="add mod">
          <ac:chgData name="Leandro Gonçalves Barreira" userId="11c8c2f8-e9de-4574-b00a-3dfc24fb68b0" providerId="ADAL" clId="{25587267-C23C-4B9C-9372-B60F1BFF1E23}" dt="2026-04-20T11:07:22.883" v="1847" actId="1076"/>
          <ac:picMkLst>
            <pc:docMk/>
            <pc:sldMk cId="219068191" sldId="311"/>
            <ac:picMk id="24" creationId="{ED8C0613-4843-254F-147F-DBDFEA4EF612}"/>
          </ac:picMkLst>
        </pc:picChg>
      </pc:sldChg>
      <pc:sldChg chg="addSp modSp">
        <pc:chgData name="Leandro Gonçalves Barreira" userId="11c8c2f8-e9de-4574-b00a-3dfc24fb68b0" providerId="ADAL" clId="{25587267-C23C-4B9C-9372-B60F1BFF1E23}" dt="2026-04-19T08:26:14.243" v="193"/>
        <pc:sldMkLst>
          <pc:docMk/>
          <pc:sldMk cId="4008007252" sldId="312"/>
        </pc:sldMkLst>
        <pc:spChg chg="add mod">
          <ac:chgData name="Leandro Gonçalves Barreira" userId="11c8c2f8-e9de-4574-b00a-3dfc24fb68b0" providerId="ADAL" clId="{25587267-C23C-4B9C-9372-B60F1BFF1E23}" dt="2026-04-19T07:51:30.486" v="111"/>
          <ac:spMkLst>
            <pc:docMk/>
            <pc:sldMk cId="4008007252" sldId="312"/>
            <ac:spMk id="5" creationId="{90116ED2-B199-4B41-AB3D-2BD0CDD88526}"/>
          </ac:spMkLst>
        </pc:spChg>
        <pc:spChg chg="add mod">
          <ac:chgData name="Leandro Gonçalves Barreira" userId="11c8c2f8-e9de-4574-b00a-3dfc24fb68b0" providerId="ADAL" clId="{25587267-C23C-4B9C-9372-B60F1BFF1E23}" dt="2026-04-19T08:26:14.243" v="193"/>
          <ac:spMkLst>
            <pc:docMk/>
            <pc:sldMk cId="4008007252" sldId="312"/>
            <ac:spMk id="6" creationId="{3BD30867-69B1-805C-A0D0-698621E35D96}"/>
          </ac:spMkLst>
        </pc:spChg>
      </pc:sldChg>
      <pc:sldChg chg="addSp modSp mod ord">
        <pc:chgData name="Leandro Gonçalves Barreira" userId="11c8c2f8-e9de-4574-b00a-3dfc24fb68b0" providerId="ADAL" clId="{25587267-C23C-4B9C-9372-B60F1BFF1E23}" dt="2026-04-20T14:10:15.533" v="2226" actId="1076"/>
        <pc:sldMkLst>
          <pc:docMk/>
          <pc:sldMk cId="2155553981" sldId="313"/>
        </pc:sldMkLst>
        <pc:spChg chg="add mod">
          <ac:chgData name="Leandro Gonçalves Barreira" userId="11c8c2f8-e9de-4574-b00a-3dfc24fb68b0" providerId="ADAL" clId="{25587267-C23C-4B9C-9372-B60F1BFF1E23}" dt="2026-04-20T14:10:15.533" v="2226" actId="1076"/>
          <ac:spMkLst>
            <pc:docMk/>
            <pc:sldMk cId="2155553981" sldId="313"/>
            <ac:spMk id="10" creationId="{58737594-B7FC-26CB-AB73-8BAE0794028D}"/>
          </ac:spMkLst>
        </pc:spChg>
        <pc:spChg chg="mod">
          <ac:chgData name="Leandro Gonçalves Barreira" userId="11c8c2f8-e9de-4574-b00a-3dfc24fb68b0" providerId="ADAL" clId="{25587267-C23C-4B9C-9372-B60F1BFF1E23}" dt="2026-04-19T08:42:01.911" v="277" actId="113"/>
          <ac:spMkLst>
            <pc:docMk/>
            <pc:sldMk cId="2155553981" sldId="313"/>
            <ac:spMk id="11" creationId="{5D070340-8786-1B4C-650D-D000FFFC73F1}"/>
          </ac:spMkLst>
        </pc:spChg>
        <pc:spChg chg="add mod">
          <ac:chgData name="Leandro Gonçalves Barreira" userId="11c8c2f8-e9de-4574-b00a-3dfc24fb68b0" providerId="ADAL" clId="{25587267-C23C-4B9C-9372-B60F1BFF1E23}" dt="2026-04-20T14:08:28.230" v="2213" actId="20577"/>
          <ac:spMkLst>
            <pc:docMk/>
            <pc:sldMk cId="2155553981" sldId="313"/>
            <ac:spMk id="12" creationId="{EACC6A98-525F-E394-831D-69F85F29B7C4}"/>
          </ac:spMkLst>
        </pc:spChg>
        <pc:spChg chg="add mod">
          <ac:chgData name="Leandro Gonçalves Barreira" userId="11c8c2f8-e9de-4574-b00a-3dfc24fb68b0" providerId="ADAL" clId="{25587267-C23C-4B9C-9372-B60F1BFF1E23}" dt="2026-04-20T14:09:41.557" v="2224" actId="1076"/>
          <ac:spMkLst>
            <pc:docMk/>
            <pc:sldMk cId="2155553981" sldId="313"/>
            <ac:spMk id="15" creationId="{6C88C284-7E4F-D20E-53F7-EA5C9F6666CD}"/>
          </ac:spMkLst>
        </pc:spChg>
        <pc:spChg chg="mod">
          <ac:chgData name="Leandro Gonçalves Barreira" userId="11c8c2f8-e9de-4574-b00a-3dfc24fb68b0" providerId="ADAL" clId="{25587267-C23C-4B9C-9372-B60F1BFF1E23}" dt="2026-04-19T08:58:31.515" v="365" actId="20577"/>
          <ac:spMkLst>
            <pc:docMk/>
            <pc:sldMk cId="2155553981" sldId="313"/>
            <ac:spMk id="16" creationId="{54034710-4D91-4F07-470C-C17FC9E28050}"/>
          </ac:spMkLst>
        </pc:spChg>
        <pc:spChg chg="add mod">
          <ac:chgData name="Leandro Gonçalves Barreira" userId="11c8c2f8-e9de-4574-b00a-3dfc24fb68b0" providerId="ADAL" clId="{25587267-C23C-4B9C-9372-B60F1BFF1E23}" dt="2026-04-20T14:09:57.757" v="2225" actId="1076"/>
          <ac:spMkLst>
            <pc:docMk/>
            <pc:sldMk cId="2155553981" sldId="313"/>
            <ac:spMk id="17" creationId="{7DB9DC34-1F42-7563-720D-0FBBC8FD3CE7}"/>
          </ac:spMkLst>
        </pc:spChg>
        <pc:spChg chg="add mod">
          <ac:chgData name="Leandro Gonçalves Barreira" userId="11c8c2f8-e9de-4574-b00a-3dfc24fb68b0" providerId="ADAL" clId="{25587267-C23C-4B9C-9372-B60F1BFF1E23}" dt="2026-04-20T14:09:02.310" v="2221" actId="1076"/>
          <ac:spMkLst>
            <pc:docMk/>
            <pc:sldMk cId="2155553981" sldId="313"/>
            <ac:spMk id="18" creationId="{30ED9B5B-1478-D5FC-4033-21A81BA2B31E}"/>
          </ac:spMkLst>
        </pc:spChg>
        <pc:graphicFrameChg chg="mod">
          <ac:chgData name="Leandro Gonçalves Barreira" userId="11c8c2f8-e9de-4574-b00a-3dfc24fb68b0" providerId="ADAL" clId="{25587267-C23C-4B9C-9372-B60F1BFF1E23}" dt="2026-04-20T14:04:45.771" v="2126" actId="207"/>
          <ac:graphicFrameMkLst>
            <pc:docMk/>
            <pc:sldMk cId="2155553981" sldId="313"/>
            <ac:graphicFrameMk id="13" creationId="{71A3F6B6-8EDF-C5BA-938F-B5C507A7E400}"/>
          </ac:graphicFrameMkLst>
        </pc:graphicFrameChg>
      </pc:sldChg>
      <pc:sldChg chg="del">
        <pc:chgData name="Leandro Gonçalves Barreira" userId="11c8c2f8-e9de-4574-b00a-3dfc24fb68b0" providerId="ADAL" clId="{25587267-C23C-4B9C-9372-B60F1BFF1E23}" dt="2026-04-19T08:53:29.541" v="344" actId="47"/>
        <pc:sldMkLst>
          <pc:docMk/>
          <pc:sldMk cId="2810418925" sldId="314"/>
        </pc:sldMkLst>
      </pc:sldChg>
      <pc:sldChg chg="addSp modSp">
        <pc:chgData name="Leandro Gonçalves Barreira" userId="11c8c2f8-e9de-4574-b00a-3dfc24fb68b0" providerId="ADAL" clId="{25587267-C23C-4B9C-9372-B60F1BFF1E23}" dt="2026-04-19T08:26:16.926" v="194"/>
        <pc:sldMkLst>
          <pc:docMk/>
          <pc:sldMk cId="3039984526" sldId="315"/>
        </pc:sldMkLst>
        <pc:spChg chg="add mod">
          <ac:chgData name="Leandro Gonçalves Barreira" userId="11c8c2f8-e9de-4574-b00a-3dfc24fb68b0" providerId="ADAL" clId="{25587267-C23C-4B9C-9372-B60F1BFF1E23}" dt="2026-04-19T07:51:34.198" v="112"/>
          <ac:spMkLst>
            <pc:docMk/>
            <pc:sldMk cId="3039984526" sldId="315"/>
            <ac:spMk id="5" creationId="{C41899D6-1D00-7D39-CCAF-848309F56DA4}"/>
          </ac:spMkLst>
        </pc:spChg>
        <pc:spChg chg="add mod">
          <ac:chgData name="Leandro Gonçalves Barreira" userId="11c8c2f8-e9de-4574-b00a-3dfc24fb68b0" providerId="ADAL" clId="{25587267-C23C-4B9C-9372-B60F1BFF1E23}" dt="2026-04-19T08:26:16.926" v="194"/>
          <ac:spMkLst>
            <pc:docMk/>
            <pc:sldMk cId="3039984526" sldId="315"/>
            <ac:spMk id="6" creationId="{E3529B89-8E84-E1D2-D092-700E6A34A408}"/>
          </ac:spMkLst>
        </pc:spChg>
      </pc:sldChg>
      <pc:sldChg chg="modSp mod modNotesTx">
        <pc:chgData name="Leandro Gonçalves Barreira" userId="11c8c2f8-e9de-4574-b00a-3dfc24fb68b0" providerId="ADAL" clId="{25587267-C23C-4B9C-9372-B60F1BFF1E23}" dt="2026-04-20T19:10:45.380" v="3727" actId="20577"/>
        <pc:sldMkLst>
          <pc:docMk/>
          <pc:sldMk cId="1204074286" sldId="316"/>
        </pc:sldMkLst>
        <pc:spChg chg="mod">
          <ac:chgData name="Leandro Gonçalves Barreira" userId="11c8c2f8-e9de-4574-b00a-3dfc24fb68b0" providerId="ADAL" clId="{25587267-C23C-4B9C-9372-B60F1BFF1E23}" dt="2026-04-20T11:17:45.624" v="1870"/>
          <ac:spMkLst>
            <pc:docMk/>
            <pc:sldMk cId="1204074286" sldId="316"/>
            <ac:spMk id="3" creationId="{2153A823-6C65-0FF5-8672-DE4134743A05}"/>
          </ac:spMkLst>
        </pc:spChg>
        <pc:spChg chg="mod">
          <ac:chgData name="Leandro Gonçalves Barreira" userId="11c8c2f8-e9de-4574-b00a-3dfc24fb68b0" providerId="ADAL" clId="{25587267-C23C-4B9C-9372-B60F1BFF1E23}" dt="2026-04-20T19:08:57.408" v="3605" actId="20577"/>
          <ac:spMkLst>
            <pc:docMk/>
            <pc:sldMk cId="1204074286" sldId="316"/>
            <ac:spMk id="8" creationId="{4C064178-FEA5-3547-B93E-C013E62A8C82}"/>
          </ac:spMkLst>
        </pc:spChg>
        <pc:spChg chg="mod">
          <ac:chgData name="Leandro Gonçalves Barreira" userId="11c8c2f8-e9de-4574-b00a-3dfc24fb68b0" providerId="ADAL" clId="{25587267-C23C-4B9C-9372-B60F1BFF1E23}" dt="2026-04-20T13:43:02.728" v="2079" actId="20577"/>
          <ac:spMkLst>
            <pc:docMk/>
            <pc:sldMk cId="1204074286" sldId="316"/>
            <ac:spMk id="10" creationId="{01065B22-E015-130A-F3C7-2F9216F6C502}"/>
          </ac:spMkLst>
        </pc:spChg>
      </pc:sldChg>
      <pc:sldChg chg="addSp modSp">
        <pc:chgData name="Leandro Gonçalves Barreira" userId="11c8c2f8-e9de-4574-b00a-3dfc24fb68b0" providerId="ADAL" clId="{25587267-C23C-4B9C-9372-B60F1BFF1E23}" dt="2026-04-19T08:26:19.698" v="195"/>
        <pc:sldMkLst>
          <pc:docMk/>
          <pc:sldMk cId="2052904935" sldId="317"/>
        </pc:sldMkLst>
        <pc:spChg chg="add mod">
          <ac:chgData name="Leandro Gonçalves Barreira" userId="11c8c2f8-e9de-4574-b00a-3dfc24fb68b0" providerId="ADAL" clId="{25587267-C23C-4B9C-9372-B60F1BFF1E23}" dt="2026-04-19T07:51:37.579" v="113"/>
          <ac:spMkLst>
            <pc:docMk/>
            <pc:sldMk cId="2052904935" sldId="317"/>
            <ac:spMk id="5" creationId="{66D6722A-0BCC-4228-EFDC-64C6E0A6B867}"/>
          </ac:spMkLst>
        </pc:spChg>
        <pc:spChg chg="add mod">
          <ac:chgData name="Leandro Gonçalves Barreira" userId="11c8c2f8-e9de-4574-b00a-3dfc24fb68b0" providerId="ADAL" clId="{25587267-C23C-4B9C-9372-B60F1BFF1E23}" dt="2026-04-19T08:26:19.698" v="195"/>
          <ac:spMkLst>
            <pc:docMk/>
            <pc:sldMk cId="2052904935" sldId="317"/>
            <ac:spMk id="6" creationId="{BF8C47E2-CEA0-19F7-F152-4394F4EAF45B}"/>
          </ac:spMkLst>
        </pc:spChg>
      </pc:sldChg>
      <pc:sldChg chg="delSp modSp mod">
        <pc:chgData name="Leandro Gonçalves Barreira" userId="11c8c2f8-e9de-4574-b00a-3dfc24fb68b0" providerId="ADAL" clId="{25587267-C23C-4B9C-9372-B60F1BFF1E23}" dt="2026-04-19T09:00:44.233" v="493" actId="20577"/>
        <pc:sldMkLst>
          <pc:docMk/>
          <pc:sldMk cId="2218383913" sldId="318"/>
        </pc:sldMkLst>
        <pc:spChg chg="mod">
          <ac:chgData name="Leandro Gonçalves Barreira" userId="11c8c2f8-e9de-4574-b00a-3dfc24fb68b0" providerId="ADAL" clId="{25587267-C23C-4B9C-9372-B60F1BFF1E23}" dt="2026-04-19T09:00:44.233" v="493" actId="20577"/>
          <ac:spMkLst>
            <pc:docMk/>
            <pc:sldMk cId="2218383913" sldId="318"/>
            <ac:spMk id="3" creationId="{A34F8A6D-BCED-0FB6-83BC-265E7DCF7FD5}"/>
          </ac:spMkLst>
        </pc:spChg>
        <pc:spChg chg="mod">
          <ac:chgData name="Leandro Gonçalves Barreira" userId="11c8c2f8-e9de-4574-b00a-3dfc24fb68b0" providerId="ADAL" clId="{25587267-C23C-4B9C-9372-B60F1BFF1E23}" dt="2026-04-19T08:58:44.599" v="369" actId="20577"/>
          <ac:spMkLst>
            <pc:docMk/>
            <pc:sldMk cId="2218383913" sldId="318"/>
            <ac:spMk id="9" creationId="{A0597EBB-1667-3577-64B6-17DB17240B39}"/>
          </ac:spMkLst>
        </pc:spChg>
        <pc:spChg chg="del">
          <ac:chgData name="Leandro Gonçalves Barreira" userId="11c8c2f8-e9de-4574-b00a-3dfc24fb68b0" providerId="ADAL" clId="{25587267-C23C-4B9C-9372-B60F1BFF1E23}" dt="2026-04-19T08:55:11.195" v="346" actId="478"/>
          <ac:spMkLst>
            <pc:docMk/>
            <pc:sldMk cId="2218383913" sldId="318"/>
            <ac:spMk id="15" creationId="{68B64E9C-C35A-D5E2-0785-EA2AD4C04669}"/>
          </ac:spMkLst>
        </pc:spChg>
        <pc:spChg chg="del">
          <ac:chgData name="Leandro Gonçalves Barreira" userId="11c8c2f8-e9de-4574-b00a-3dfc24fb68b0" providerId="ADAL" clId="{25587267-C23C-4B9C-9372-B60F1BFF1E23}" dt="2026-04-19T08:55:11.734" v="347" actId="478"/>
          <ac:spMkLst>
            <pc:docMk/>
            <pc:sldMk cId="2218383913" sldId="318"/>
            <ac:spMk id="16" creationId="{21466DE4-0C1D-75C4-8127-130AF2347A42}"/>
          </ac:spMkLst>
        </pc:spChg>
        <pc:spChg chg="del">
          <ac:chgData name="Leandro Gonçalves Barreira" userId="11c8c2f8-e9de-4574-b00a-3dfc24fb68b0" providerId="ADAL" clId="{25587267-C23C-4B9C-9372-B60F1BFF1E23}" dt="2026-04-19T08:55:12.179" v="348" actId="478"/>
          <ac:spMkLst>
            <pc:docMk/>
            <pc:sldMk cId="2218383913" sldId="318"/>
            <ac:spMk id="17" creationId="{449953C2-4F3B-D30F-D8FB-C73B9F40F2EC}"/>
          </ac:spMkLst>
        </pc:spChg>
        <pc:spChg chg="del">
          <ac:chgData name="Leandro Gonçalves Barreira" userId="11c8c2f8-e9de-4574-b00a-3dfc24fb68b0" providerId="ADAL" clId="{25587267-C23C-4B9C-9372-B60F1BFF1E23}" dt="2026-04-19T08:55:12.735" v="349" actId="478"/>
          <ac:spMkLst>
            <pc:docMk/>
            <pc:sldMk cId="2218383913" sldId="318"/>
            <ac:spMk id="18" creationId="{C773457C-3464-CC1F-5521-B0E1810518E9}"/>
          </ac:spMkLst>
        </pc:spChg>
        <pc:spChg chg="del">
          <ac:chgData name="Leandro Gonçalves Barreira" userId="11c8c2f8-e9de-4574-b00a-3dfc24fb68b0" providerId="ADAL" clId="{25587267-C23C-4B9C-9372-B60F1BFF1E23}" dt="2026-04-19T08:55:13.189" v="350" actId="478"/>
          <ac:spMkLst>
            <pc:docMk/>
            <pc:sldMk cId="2218383913" sldId="318"/>
            <ac:spMk id="19" creationId="{C0FB0E81-588B-2267-BA60-6EBF6DB10013}"/>
          </ac:spMkLst>
        </pc:spChg>
        <pc:spChg chg="del">
          <ac:chgData name="Leandro Gonçalves Barreira" userId="11c8c2f8-e9de-4574-b00a-3dfc24fb68b0" providerId="ADAL" clId="{25587267-C23C-4B9C-9372-B60F1BFF1E23}" dt="2026-04-19T08:55:13.727" v="351" actId="478"/>
          <ac:spMkLst>
            <pc:docMk/>
            <pc:sldMk cId="2218383913" sldId="318"/>
            <ac:spMk id="20" creationId="{C747F805-E3C5-AB4D-B930-835120A481B0}"/>
          </ac:spMkLst>
        </pc:spChg>
        <pc:spChg chg="mod">
          <ac:chgData name="Leandro Gonçalves Barreira" userId="11c8c2f8-e9de-4574-b00a-3dfc24fb68b0" providerId="ADAL" clId="{25587267-C23C-4B9C-9372-B60F1BFF1E23}" dt="2026-04-19T08:57:19.064" v="357" actId="1076"/>
          <ac:spMkLst>
            <pc:docMk/>
            <pc:sldMk cId="2218383913" sldId="318"/>
            <ac:spMk id="21" creationId="{A6818EDE-0469-3140-64A6-443078299CA0}"/>
          </ac:spMkLst>
        </pc:spChg>
        <pc:spChg chg="del">
          <ac:chgData name="Leandro Gonçalves Barreira" userId="11c8c2f8-e9de-4574-b00a-3dfc24fb68b0" providerId="ADAL" clId="{25587267-C23C-4B9C-9372-B60F1BFF1E23}" dt="2026-04-19T08:55:10.267" v="345" actId="478"/>
          <ac:spMkLst>
            <pc:docMk/>
            <pc:sldMk cId="2218383913" sldId="318"/>
            <ac:spMk id="22" creationId="{BCC48093-1AA9-1C6E-AC06-9420BBCA6DCF}"/>
          </ac:spMkLst>
        </pc:spChg>
        <pc:spChg chg="del">
          <ac:chgData name="Leandro Gonçalves Barreira" userId="11c8c2f8-e9de-4574-b00a-3dfc24fb68b0" providerId="ADAL" clId="{25587267-C23C-4B9C-9372-B60F1BFF1E23}" dt="2026-04-19T08:55:14.720" v="352" actId="478"/>
          <ac:spMkLst>
            <pc:docMk/>
            <pc:sldMk cId="2218383913" sldId="318"/>
            <ac:spMk id="23" creationId="{CE476196-5017-E9DC-C81A-5CEA32B421E7}"/>
          </ac:spMkLst>
        </pc:spChg>
        <pc:spChg chg="mod">
          <ac:chgData name="Leandro Gonçalves Barreira" userId="11c8c2f8-e9de-4574-b00a-3dfc24fb68b0" providerId="ADAL" clId="{25587267-C23C-4B9C-9372-B60F1BFF1E23}" dt="2026-04-19T08:59:09.221" v="372" actId="20577"/>
          <ac:spMkLst>
            <pc:docMk/>
            <pc:sldMk cId="2218383913" sldId="318"/>
            <ac:spMk id="24" creationId="{1889D20D-D22C-774E-B071-AFB048D6719E}"/>
          </ac:spMkLst>
        </pc:spChg>
        <pc:spChg chg="mod">
          <ac:chgData name="Leandro Gonçalves Barreira" userId="11c8c2f8-e9de-4574-b00a-3dfc24fb68b0" providerId="ADAL" clId="{25587267-C23C-4B9C-9372-B60F1BFF1E23}" dt="2026-04-19T08:59:17.841" v="375" actId="20577"/>
          <ac:spMkLst>
            <pc:docMk/>
            <pc:sldMk cId="2218383913" sldId="318"/>
            <ac:spMk id="25" creationId="{98721916-ED2D-A00D-DB10-935837E422BA}"/>
          </ac:spMkLst>
        </pc:spChg>
        <pc:spChg chg="mod">
          <ac:chgData name="Leandro Gonçalves Barreira" userId="11c8c2f8-e9de-4574-b00a-3dfc24fb68b0" providerId="ADAL" clId="{25587267-C23C-4B9C-9372-B60F1BFF1E23}" dt="2026-04-19T08:57:19.064" v="357" actId="1076"/>
          <ac:spMkLst>
            <pc:docMk/>
            <pc:sldMk cId="2218383913" sldId="318"/>
            <ac:spMk id="26" creationId="{8D2D14A1-C645-3E4A-1E1F-A14B31CB913A}"/>
          </ac:spMkLst>
        </pc:spChg>
        <pc:spChg chg="mod">
          <ac:chgData name="Leandro Gonçalves Barreira" userId="11c8c2f8-e9de-4574-b00a-3dfc24fb68b0" providerId="ADAL" clId="{25587267-C23C-4B9C-9372-B60F1BFF1E23}" dt="2026-04-19T08:57:19.064" v="357" actId="1076"/>
          <ac:spMkLst>
            <pc:docMk/>
            <pc:sldMk cId="2218383913" sldId="318"/>
            <ac:spMk id="27" creationId="{3A28EAA4-A6B8-EEEA-E98D-02DC2DF3F1C2}"/>
          </ac:spMkLst>
        </pc:spChg>
        <pc:spChg chg="mod">
          <ac:chgData name="Leandro Gonçalves Barreira" userId="11c8c2f8-e9de-4574-b00a-3dfc24fb68b0" providerId="ADAL" clId="{25587267-C23C-4B9C-9372-B60F1BFF1E23}" dt="2026-04-19T08:57:19.064" v="357" actId="1076"/>
          <ac:spMkLst>
            <pc:docMk/>
            <pc:sldMk cId="2218383913" sldId="318"/>
            <ac:spMk id="28" creationId="{674323E9-C69C-4CDA-505E-45A5641301D8}"/>
          </ac:spMkLst>
        </pc:spChg>
        <pc:spChg chg="mod">
          <ac:chgData name="Leandro Gonçalves Barreira" userId="11c8c2f8-e9de-4574-b00a-3dfc24fb68b0" providerId="ADAL" clId="{25587267-C23C-4B9C-9372-B60F1BFF1E23}" dt="2026-04-19T08:57:41.031" v="359" actId="20577"/>
          <ac:spMkLst>
            <pc:docMk/>
            <pc:sldMk cId="2218383913" sldId="318"/>
            <ac:spMk id="29" creationId="{D1DA8A9B-2B8D-E4DA-A429-625533A8DECE}"/>
          </ac:spMkLst>
        </pc:spChg>
        <pc:spChg chg="del">
          <ac:chgData name="Leandro Gonçalves Barreira" userId="11c8c2f8-e9de-4574-b00a-3dfc24fb68b0" providerId="ADAL" clId="{25587267-C23C-4B9C-9372-B60F1BFF1E23}" dt="2026-04-19T08:55:15.960" v="353" actId="478"/>
          <ac:spMkLst>
            <pc:docMk/>
            <pc:sldMk cId="2218383913" sldId="318"/>
            <ac:spMk id="30" creationId="{296CD9F0-542D-D598-435E-3B16E7D26BA7}"/>
          </ac:spMkLst>
        </pc:spChg>
      </pc:sldChg>
      <pc:sldChg chg="addSp modSp">
        <pc:chgData name="Leandro Gonçalves Barreira" userId="11c8c2f8-e9de-4574-b00a-3dfc24fb68b0" providerId="ADAL" clId="{25587267-C23C-4B9C-9372-B60F1BFF1E23}" dt="2026-04-19T08:26:03.129" v="190"/>
        <pc:sldMkLst>
          <pc:docMk/>
          <pc:sldMk cId="1174800782" sldId="320"/>
        </pc:sldMkLst>
        <pc:spChg chg="add mod">
          <ac:chgData name="Leandro Gonçalves Barreira" userId="11c8c2f8-e9de-4574-b00a-3dfc24fb68b0" providerId="ADAL" clId="{25587267-C23C-4B9C-9372-B60F1BFF1E23}" dt="2026-04-19T07:50:48.054" v="108"/>
          <ac:spMkLst>
            <pc:docMk/>
            <pc:sldMk cId="1174800782" sldId="320"/>
            <ac:spMk id="5" creationId="{844E949F-EDD7-6396-3FE8-39649A3BA545}"/>
          </ac:spMkLst>
        </pc:spChg>
        <pc:spChg chg="add mod">
          <ac:chgData name="Leandro Gonçalves Barreira" userId="11c8c2f8-e9de-4574-b00a-3dfc24fb68b0" providerId="ADAL" clId="{25587267-C23C-4B9C-9372-B60F1BFF1E23}" dt="2026-04-19T08:26:03.129" v="190"/>
          <ac:spMkLst>
            <pc:docMk/>
            <pc:sldMk cId="1174800782" sldId="320"/>
            <ac:spMk id="6" creationId="{2039850C-D5FE-2A11-4FEB-F57E321F13F8}"/>
          </ac:spMkLst>
        </pc:spChg>
      </pc:sldChg>
      <pc:sldChg chg="del">
        <pc:chgData name="Leandro Gonçalves Barreira" userId="11c8c2f8-e9de-4574-b00a-3dfc24fb68b0" providerId="ADAL" clId="{25587267-C23C-4B9C-9372-B60F1BFF1E23}" dt="2026-04-19T10:05:04.345" v="494" actId="47"/>
        <pc:sldMkLst>
          <pc:docMk/>
          <pc:sldMk cId="3064413015" sldId="321"/>
        </pc:sldMkLst>
      </pc:sldChg>
      <pc:sldChg chg="modSp mod">
        <pc:chgData name="Leandro Gonçalves Barreira" userId="11c8c2f8-e9de-4574-b00a-3dfc24fb68b0" providerId="ADAL" clId="{25587267-C23C-4B9C-9372-B60F1BFF1E23}" dt="2026-04-20T10:42:26.571" v="1554" actId="2711"/>
        <pc:sldMkLst>
          <pc:docMk/>
          <pc:sldMk cId="964747918" sldId="334"/>
        </pc:sldMkLst>
        <pc:spChg chg="mod">
          <ac:chgData name="Leandro Gonçalves Barreira" userId="11c8c2f8-e9de-4574-b00a-3dfc24fb68b0" providerId="ADAL" clId="{25587267-C23C-4B9C-9372-B60F1BFF1E23}" dt="2026-04-20T10:42:13.092" v="1553" actId="2711"/>
          <ac:spMkLst>
            <pc:docMk/>
            <pc:sldMk cId="964747918" sldId="334"/>
            <ac:spMk id="11" creationId="{46A065D8-C873-4036-603B-07D613C43B60}"/>
          </ac:spMkLst>
        </pc:spChg>
        <pc:spChg chg="mod">
          <ac:chgData name="Leandro Gonçalves Barreira" userId="11c8c2f8-e9de-4574-b00a-3dfc24fb68b0" providerId="ADAL" clId="{25587267-C23C-4B9C-9372-B60F1BFF1E23}" dt="2026-04-20T10:42:26.571" v="1554" actId="2711"/>
          <ac:spMkLst>
            <pc:docMk/>
            <pc:sldMk cId="964747918" sldId="334"/>
            <ac:spMk id="12" creationId="{F723A234-6A7F-DBE8-4E3C-F2518BC79598}"/>
          </ac:spMkLst>
        </pc:spChg>
        <pc:spChg chg="mod">
          <ac:chgData name="Leandro Gonçalves Barreira" userId="11c8c2f8-e9de-4574-b00a-3dfc24fb68b0" providerId="ADAL" clId="{25587267-C23C-4B9C-9372-B60F1BFF1E23}" dt="2026-04-20T10:42:26.571" v="1554" actId="2711"/>
          <ac:spMkLst>
            <pc:docMk/>
            <pc:sldMk cId="964747918" sldId="334"/>
            <ac:spMk id="13" creationId="{CA8006F2-A3EA-E49B-2439-FC33B0945BA3}"/>
          </ac:spMkLst>
        </pc:spChg>
        <pc:spChg chg="mod">
          <ac:chgData name="Leandro Gonçalves Barreira" userId="11c8c2f8-e9de-4574-b00a-3dfc24fb68b0" providerId="ADAL" clId="{25587267-C23C-4B9C-9372-B60F1BFF1E23}" dt="2026-04-20T10:42:26.571" v="1554" actId="2711"/>
          <ac:spMkLst>
            <pc:docMk/>
            <pc:sldMk cId="964747918" sldId="334"/>
            <ac:spMk id="14" creationId="{D669C8BB-27E6-4F13-061B-1D4ED373FCBE}"/>
          </ac:spMkLst>
        </pc:spChg>
        <pc:spChg chg="mod">
          <ac:chgData name="Leandro Gonçalves Barreira" userId="11c8c2f8-e9de-4574-b00a-3dfc24fb68b0" providerId="ADAL" clId="{25587267-C23C-4B9C-9372-B60F1BFF1E23}" dt="2026-04-20T10:42:26.571" v="1554" actId="2711"/>
          <ac:spMkLst>
            <pc:docMk/>
            <pc:sldMk cId="964747918" sldId="334"/>
            <ac:spMk id="15" creationId="{1CA5FB14-002E-F46F-26DD-F3B5CEE634D6}"/>
          </ac:spMkLst>
        </pc:spChg>
        <pc:spChg chg="mod">
          <ac:chgData name="Leandro Gonçalves Barreira" userId="11c8c2f8-e9de-4574-b00a-3dfc24fb68b0" providerId="ADAL" clId="{25587267-C23C-4B9C-9372-B60F1BFF1E23}" dt="2026-04-20T10:42:26.571" v="1554" actId="2711"/>
          <ac:spMkLst>
            <pc:docMk/>
            <pc:sldMk cId="964747918" sldId="334"/>
            <ac:spMk id="17" creationId="{E4CE732F-9AB7-28E6-8AE0-CD82CF2EE92E}"/>
          </ac:spMkLst>
        </pc:spChg>
        <pc:spChg chg="mod">
          <ac:chgData name="Leandro Gonçalves Barreira" userId="11c8c2f8-e9de-4574-b00a-3dfc24fb68b0" providerId="ADAL" clId="{25587267-C23C-4B9C-9372-B60F1BFF1E23}" dt="2026-04-20T10:42:26.571" v="1554" actId="2711"/>
          <ac:spMkLst>
            <pc:docMk/>
            <pc:sldMk cId="964747918" sldId="334"/>
            <ac:spMk id="22" creationId="{4A7558B4-F60D-847F-BA4B-D903A58AE156}"/>
          </ac:spMkLst>
        </pc:spChg>
      </pc:sldChg>
      <pc:sldChg chg="modSp mod">
        <pc:chgData name="Leandro Gonçalves Barreira" userId="11c8c2f8-e9de-4574-b00a-3dfc24fb68b0" providerId="ADAL" clId="{25587267-C23C-4B9C-9372-B60F1BFF1E23}" dt="2026-04-20T13:03:19.846" v="1891" actId="20577"/>
        <pc:sldMkLst>
          <pc:docMk/>
          <pc:sldMk cId="1564884376" sldId="336"/>
        </pc:sldMkLst>
        <pc:spChg chg="mod">
          <ac:chgData name="Leandro Gonçalves Barreira" userId="11c8c2f8-e9de-4574-b00a-3dfc24fb68b0" providerId="ADAL" clId="{25587267-C23C-4B9C-9372-B60F1BFF1E23}" dt="2026-04-20T13:03:19.846" v="1891" actId="20577"/>
          <ac:spMkLst>
            <pc:docMk/>
            <pc:sldMk cId="1564884376" sldId="336"/>
            <ac:spMk id="130" creationId="{FAD84D8B-8FE7-DE39-A243-44A8F46F81CA}"/>
          </ac:spMkLst>
        </pc:spChg>
        <pc:graphicFrameChg chg="mod">
          <ac:chgData name="Leandro Gonçalves Barreira" userId="11c8c2f8-e9de-4574-b00a-3dfc24fb68b0" providerId="ADAL" clId="{25587267-C23C-4B9C-9372-B60F1BFF1E23}" dt="2026-04-20T10:44:46.641" v="1576" actId="2711"/>
          <ac:graphicFrameMkLst>
            <pc:docMk/>
            <pc:sldMk cId="1564884376" sldId="336"/>
            <ac:graphicFrameMk id="26" creationId="{5AF13B0A-5E79-C511-B960-3664F3277716}"/>
          </ac:graphicFrameMkLst>
        </pc:graphicFrameChg>
        <pc:graphicFrameChg chg="mod">
          <ac:chgData name="Leandro Gonçalves Barreira" userId="11c8c2f8-e9de-4574-b00a-3dfc24fb68b0" providerId="ADAL" clId="{25587267-C23C-4B9C-9372-B60F1BFF1E23}" dt="2026-04-20T10:44:36.969" v="1575" actId="2711"/>
          <ac:graphicFrameMkLst>
            <pc:docMk/>
            <pc:sldMk cId="1564884376" sldId="336"/>
            <ac:graphicFrameMk id="28" creationId="{099AD05B-47C4-9A77-043D-7F4F902B2DC7}"/>
          </ac:graphicFrameMkLst>
        </pc:graphicFrameChg>
        <pc:graphicFrameChg chg="mod">
          <ac:chgData name="Leandro Gonçalves Barreira" userId="11c8c2f8-e9de-4574-b00a-3dfc24fb68b0" providerId="ADAL" clId="{25587267-C23C-4B9C-9372-B60F1BFF1E23}" dt="2026-04-20T10:44:17.289" v="1574" actId="2711"/>
          <ac:graphicFrameMkLst>
            <pc:docMk/>
            <pc:sldMk cId="1564884376" sldId="336"/>
            <ac:graphicFrameMk id="30" creationId="{203C424E-725F-1F42-9691-F1CE97783483}"/>
          </ac:graphicFrameMkLst>
        </pc:graphicFrameChg>
      </pc:sldChg>
      <pc:sldChg chg="addSp delSp modSp mod">
        <pc:chgData name="Leandro Gonçalves Barreira" userId="11c8c2f8-e9de-4574-b00a-3dfc24fb68b0" providerId="ADAL" clId="{25587267-C23C-4B9C-9372-B60F1BFF1E23}" dt="2026-04-20T13:05:53.425" v="1897"/>
        <pc:sldMkLst>
          <pc:docMk/>
          <pc:sldMk cId="3223192736" sldId="337"/>
        </pc:sldMkLst>
        <pc:spChg chg="mod">
          <ac:chgData name="Leandro Gonçalves Barreira" userId="11c8c2f8-e9de-4574-b00a-3dfc24fb68b0" providerId="ADAL" clId="{25587267-C23C-4B9C-9372-B60F1BFF1E23}" dt="2026-04-20T11:12:10.865" v="1852" actId="20577"/>
          <ac:spMkLst>
            <pc:docMk/>
            <pc:sldMk cId="3223192736" sldId="337"/>
            <ac:spMk id="5" creationId="{17749391-7CB9-2BDC-32DD-ED1153A4B5F1}"/>
          </ac:spMkLst>
        </pc:spChg>
        <pc:spChg chg="add del mod">
          <ac:chgData name="Leandro Gonçalves Barreira" userId="11c8c2f8-e9de-4574-b00a-3dfc24fb68b0" providerId="ADAL" clId="{25587267-C23C-4B9C-9372-B60F1BFF1E23}" dt="2026-04-20T13:05:53.425" v="1897"/>
          <ac:spMkLst>
            <pc:docMk/>
            <pc:sldMk cId="3223192736" sldId="337"/>
            <ac:spMk id="8" creationId="{0A3F49A3-5D80-9822-7CA2-15C17A89BFCD}"/>
          </ac:spMkLst>
        </pc:spChg>
        <pc:spChg chg="add del mod">
          <ac:chgData name="Leandro Gonçalves Barreira" userId="11c8c2f8-e9de-4574-b00a-3dfc24fb68b0" providerId="ADAL" clId="{25587267-C23C-4B9C-9372-B60F1BFF1E23}" dt="2026-04-20T13:05:37.844" v="1895" actId="478"/>
          <ac:spMkLst>
            <pc:docMk/>
            <pc:sldMk cId="3223192736" sldId="337"/>
            <ac:spMk id="11" creationId="{1B74957B-568F-A0BA-0D15-B3518D75CF2E}"/>
          </ac:spMkLst>
        </pc:spChg>
        <pc:spChg chg="add mod">
          <ac:chgData name="Leandro Gonçalves Barreira" userId="11c8c2f8-e9de-4574-b00a-3dfc24fb68b0" providerId="ADAL" clId="{25587267-C23C-4B9C-9372-B60F1BFF1E23}" dt="2026-04-20T13:05:36.425" v="1894"/>
          <ac:spMkLst>
            <pc:docMk/>
            <pc:sldMk cId="3223192736" sldId="337"/>
            <ac:spMk id="25" creationId="{4343A105-2603-81D0-86E3-60E8B3A85D87}"/>
          </ac:spMkLst>
        </pc:spChg>
      </pc:sldChg>
      <pc:sldChg chg="modSp mod">
        <pc:chgData name="Leandro Gonçalves Barreira" userId="11c8c2f8-e9de-4574-b00a-3dfc24fb68b0" providerId="ADAL" clId="{25587267-C23C-4B9C-9372-B60F1BFF1E23}" dt="2026-04-20T13:16:13.540" v="2000" actId="20577"/>
        <pc:sldMkLst>
          <pc:docMk/>
          <pc:sldMk cId="4154311142" sldId="338"/>
        </pc:sldMkLst>
        <pc:spChg chg="mod">
          <ac:chgData name="Leandro Gonçalves Barreira" userId="11c8c2f8-e9de-4574-b00a-3dfc24fb68b0" providerId="ADAL" clId="{25587267-C23C-4B9C-9372-B60F1BFF1E23}" dt="2026-04-20T13:15:46.815" v="1998" actId="242"/>
          <ac:spMkLst>
            <pc:docMk/>
            <pc:sldMk cId="4154311142" sldId="338"/>
            <ac:spMk id="5" creationId="{3AA8CE76-1CE3-B7E3-CE7E-371395A70EFE}"/>
          </ac:spMkLst>
        </pc:spChg>
        <pc:spChg chg="mod">
          <ac:chgData name="Leandro Gonçalves Barreira" userId="11c8c2f8-e9de-4574-b00a-3dfc24fb68b0" providerId="ADAL" clId="{25587267-C23C-4B9C-9372-B60F1BFF1E23}" dt="2026-04-20T13:16:08.140" v="1999" actId="20577"/>
          <ac:spMkLst>
            <pc:docMk/>
            <pc:sldMk cId="4154311142" sldId="338"/>
            <ac:spMk id="6" creationId="{4E02C84F-F163-E310-D412-63B29C130EEE}"/>
          </ac:spMkLst>
        </pc:spChg>
        <pc:spChg chg="mod">
          <ac:chgData name="Leandro Gonçalves Barreira" userId="11c8c2f8-e9de-4574-b00a-3dfc24fb68b0" providerId="ADAL" clId="{25587267-C23C-4B9C-9372-B60F1BFF1E23}" dt="2026-04-20T13:16:13.540" v="2000" actId="20577"/>
          <ac:spMkLst>
            <pc:docMk/>
            <pc:sldMk cId="4154311142" sldId="338"/>
            <ac:spMk id="8" creationId="{E8C7F5D9-80BC-FCE9-9DBE-83436AC509A6}"/>
          </ac:spMkLst>
        </pc:spChg>
        <pc:spChg chg="mod">
          <ac:chgData name="Leandro Gonçalves Barreira" userId="11c8c2f8-e9de-4574-b00a-3dfc24fb68b0" providerId="ADAL" clId="{25587267-C23C-4B9C-9372-B60F1BFF1E23}" dt="2026-04-20T13:15:28.051" v="1997" actId="242"/>
          <ac:spMkLst>
            <pc:docMk/>
            <pc:sldMk cId="4154311142" sldId="338"/>
            <ac:spMk id="17" creationId="{1F0998C4-BD76-084F-7D1D-BCC7A3B6E21F}"/>
          </ac:spMkLst>
        </pc:spChg>
      </pc:sldChg>
      <pc:sldChg chg="del">
        <pc:chgData name="Leandro Gonçalves Barreira" userId="11c8c2f8-e9de-4574-b00a-3dfc24fb68b0" providerId="ADAL" clId="{25587267-C23C-4B9C-9372-B60F1BFF1E23}" dt="2026-04-19T11:27:35.899" v="495" actId="47"/>
        <pc:sldMkLst>
          <pc:docMk/>
          <pc:sldMk cId="560915846" sldId="339"/>
        </pc:sldMkLst>
      </pc:sldChg>
      <pc:sldChg chg="addSp modSp add mod ord">
        <pc:chgData name="Leandro Gonçalves Barreira" userId="11c8c2f8-e9de-4574-b00a-3dfc24fb68b0" providerId="ADAL" clId="{25587267-C23C-4B9C-9372-B60F1BFF1E23}" dt="2026-04-19T08:26:07.274" v="191"/>
        <pc:sldMkLst>
          <pc:docMk/>
          <pc:sldMk cId="4267878236" sldId="340"/>
        </pc:sldMkLst>
        <pc:spChg chg="mod">
          <ac:chgData name="Leandro Gonçalves Barreira" userId="11c8c2f8-e9de-4574-b00a-3dfc24fb68b0" providerId="ADAL" clId="{25587267-C23C-4B9C-9372-B60F1BFF1E23}" dt="2026-04-19T07:52:24.800" v="128" actId="20577"/>
          <ac:spMkLst>
            <pc:docMk/>
            <pc:sldMk cId="4267878236" sldId="340"/>
            <ac:spMk id="3" creationId="{E88B6A5D-4CAB-66FA-46F6-155B127B1E3B}"/>
          </ac:spMkLst>
        </pc:spChg>
        <pc:spChg chg="add mod">
          <ac:chgData name="Leandro Gonçalves Barreira" userId="11c8c2f8-e9de-4574-b00a-3dfc24fb68b0" providerId="ADAL" clId="{25587267-C23C-4B9C-9372-B60F1BFF1E23}" dt="2026-04-19T08:26:07.274" v="191"/>
          <ac:spMkLst>
            <pc:docMk/>
            <pc:sldMk cId="4267878236" sldId="340"/>
            <ac:spMk id="6" creationId="{C6381539-06D4-96AC-3235-B6F61D54B190}"/>
          </ac:spMkLst>
        </pc:spChg>
      </pc:sldChg>
      <pc:sldChg chg="addSp modSp add mod ord">
        <pc:chgData name="Leandro Gonçalves Barreira" userId="11c8c2f8-e9de-4574-b00a-3dfc24fb68b0" providerId="ADAL" clId="{25587267-C23C-4B9C-9372-B60F1BFF1E23}" dt="2026-04-19T08:25:57.480" v="189" actId="20577"/>
        <pc:sldMkLst>
          <pc:docMk/>
          <pc:sldMk cId="346628699" sldId="341"/>
        </pc:sldMkLst>
        <pc:spChg chg="mod">
          <ac:chgData name="Leandro Gonçalves Barreira" userId="11c8c2f8-e9de-4574-b00a-3dfc24fb68b0" providerId="ADAL" clId="{25587267-C23C-4B9C-9372-B60F1BFF1E23}" dt="2026-04-19T08:25:16.059" v="165" actId="20577"/>
          <ac:spMkLst>
            <pc:docMk/>
            <pc:sldMk cId="346628699" sldId="341"/>
            <ac:spMk id="3" creationId="{F66066EE-25F9-1224-6D37-4C0577A398AB}"/>
          </ac:spMkLst>
        </pc:spChg>
        <pc:spChg chg="add mod">
          <ac:chgData name="Leandro Gonçalves Barreira" userId="11c8c2f8-e9de-4574-b00a-3dfc24fb68b0" providerId="ADAL" clId="{25587267-C23C-4B9C-9372-B60F1BFF1E23}" dt="2026-04-19T08:25:57.480" v="189" actId="20577"/>
          <ac:spMkLst>
            <pc:docMk/>
            <pc:sldMk cId="346628699" sldId="341"/>
            <ac:spMk id="5" creationId="{243784A0-DF55-CA6A-A5EE-2B1E7797F0AA}"/>
          </ac:spMkLst>
        </pc:spChg>
      </pc:sldChg>
      <pc:sldChg chg="addSp delSp modSp new mod modShow">
        <pc:chgData name="Leandro Gonçalves Barreira" userId="11c8c2f8-e9de-4574-b00a-3dfc24fb68b0" providerId="ADAL" clId="{25587267-C23C-4B9C-9372-B60F1BFF1E23}" dt="2026-04-20T11:14:45.333" v="1866"/>
        <pc:sldMkLst>
          <pc:docMk/>
          <pc:sldMk cId="958901565" sldId="342"/>
        </pc:sldMkLst>
        <pc:spChg chg="del">
          <ac:chgData name="Leandro Gonçalves Barreira" userId="11c8c2f8-e9de-4574-b00a-3dfc24fb68b0" providerId="ADAL" clId="{25587267-C23C-4B9C-9372-B60F1BFF1E23}" dt="2026-04-19T08:30:35.751" v="258" actId="478"/>
          <ac:spMkLst>
            <pc:docMk/>
            <pc:sldMk cId="958901565" sldId="342"/>
            <ac:spMk id="2" creationId="{1E85E9C8-E394-94CE-5469-2B8550E582D6}"/>
          </ac:spMkLst>
        </pc:spChg>
        <pc:spChg chg="mod">
          <ac:chgData name="Leandro Gonçalves Barreira" userId="11c8c2f8-e9de-4574-b00a-3dfc24fb68b0" providerId="ADAL" clId="{25587267-C23C-4B9C-9372-B60F1BFF1E23}" dt="2026-04-19T08:29:17.761" v="257" actId="5793"/>
          <ac:spMkLst>
            <pc:docMk/>
            <pc:sldMk cId="958901565" sldId="342"/>
            <ac:spMk id="3" creationId="{E6769286-503B-C8A9-945C-F1ABBBF246CB}"/>
          </ac:spMkLst>
        </pc:spChg>
        <pc:spChg chg="mod">
          <ac:chgData name="Leandro Gonçalves Barreira" userId="11c8c2f8-e9de-4574-b00a-3dfc24fb68b0" providerId="ADAL" clId="{25587267-C23C-4B9C-9372-B60F1BFF1E23}" dt="2026-04-19T08:28:42.548" v="213" actId="20577"/>
          <ac:spMkLst>
            <pc:docMk/>
            <pc:sldMk cId="958901565" sldId="342"/>
            <ac:spMk id="4" creationId="{6A2A70D7-0A02-C27F-0527-00C871246FF1}"/>
          </ac:spMkLst>
        </pc:spChg>
        <pc:spChg chg="del mod">
          <ac:chgData name="Leandro Gonçalves Barreira" userId="11c8c2f8-e9de-4574-b00a-3dfc24fb68b0" providerId="ADAL" clId="{25587267-C23C-4B9C-9372-B60F1BFF1E23}" dt="2026-04-19T15:17:06.339" v="1083" actId="478"/>
          <ac:spMkLst>
            <pc:docMk/>
            <pc:sldMk cId="958901565" sldId="342"/>
            <ac:spMk id="5" creationId="{BCFB6E8F-E762-429E-BDDB-43C48138AF67}"/>
          </ac:spMkLst>
        </pc:spChg>
        <pc:spChg chg="add mod">
          <ac:chgData name="Leandro Gonçalves Barreira" userId="11c8c2f8-e9de-4574-b00a-3dfc24fb68b0" providerId="ADAL" clId="{25587267-C23C-4B9C-9372-B60F1BFF1E23}" dt="2026-04-19T08:30:37.960" v="259"/>
          <ac:spMkLst>
            <pc:docMk/>
            <pc:sldMk cId="958901565" sldId="342"/>
            <ac:spMk id="9" creationId="{3F953349-F917-A42F-C47B-DDCC668559AD}"/>
          </ac:spMkLst>
        </pc:spChg>
        <pc:spChg chg="add mod">
          <ac:chgData name="Leandro Gonçalves Barreira" userId="11c8c2f8-e9de-4574-b00a-3dfc24fb68b0" providerId="ADAL" clId="{25587267-C23C-4B9C-9372-B60F1BFF1E23}" dt="2026-04-19T15:15:30.613" v="1078" actId="1076"/>
          <ac:spMkLst>
            <pc:docMk/>
            <pc:sldMk cId="958901565" sldId="342"/>
            <ac:spMk id="10" creationId="{8F4F1D43-5FA7-DAD2-D10F-1F8D98DA8331}"/>
          </ac:spMkLst>
        </pc:spChg>
        <pc:spChg chg="add mod">
          <ac:chgData name="Leandro Gonçalves Barreira" userId="11c8c2f8-e9de-4574-b00a-3dfc24fb68b0" providerId="ADAL" clId="{25587267-C23C-4B9C-9372-B60F1BFF1E23}" dt="2026-04-19T08:31:09.362" v="261"/>
          <ac:spMkLst>
            <pc:docMk/>
            <pc:sldMk cId="958901565" sldId="342"/>
            <ac:spMk id="12" creationId="{8C54BD8A-F2FB-1793-6187-E263B948873C}"/>
          </ac:spMkLst>
        </pc:spChg>
        <pc:spChg chg="add mod">
          <ac:chgData name="Leandro Gonçalves Barreira" userId="11c8c2f8-e9de-4574-b00a-3dfc24fb68b0" providerId="ADAL" clId="{25587267-C23C-4B9C-9372-B60F1BFF1E23}" dt="2026-04-19T15:12:58.631" v="999" actId="14100"/>
          <ac:spMkLst>
            <pc:docMk/>
            <pc:sldMk cId="958901565" sldId="342"/>
            <ac:spMk id="13" creationId="{E34F3CF9-7CC5-7D94-5CC1-8A92E701346E}"/>
          </ac:spMkLst>
        </pc:spChg>
        <pc:spChg chg="add mod">
          <ac:chgData name="Leandro Gonçalves Barreira" userId="11c8c2f8-e9de-4574-b00a-3dfc24fb68b0" providerId="ADAL" clId="{25587267-C23C-4B9C-9372-B60F1BFF1E23}" dt="2026-04-19T08:31:31.831" v="263"/>
          <ac:spMkLst>
            <pc:docMk/>
            <pc:sldMk cId="958901565" sldId="342"/>
            <ac:spMk id="15" creationId="{12535DAC-759B-8237-44E1-2307BA84150E}"/>
          </ac:spMkLst>
        </pc:spChg>
        <pc:spChg chg="add mod">
          <ac:chgData name="Leandro Gonçalves Barreira" userId="11c8c2f8-e9de-4574-b00a-3dfc24fb68b0" providerId="ADAL" clId="{25587267-C23C-4B9C-9372-B60F1BFF1E23}" dt="2026-04-19T14:50:37.166" v="802" actId="20577"/>
          <ac:spMkLst>
            <pc:docMk/>
            <pc:sldMk cId="958901565" sldId="342"/>
            <ac:spMk id="16" creationId="{D422AFED-4E0A-3E44-D8F0-01041CC18A45}"/>
          </ac:spMkLst>
        </pc:spChg>
        <pc:spChg chg="add mod">
          <ac:chgData name="Leandro Gonçalves Barreira" userId="11c8c2f8-e9de-4574-b00a-3dfc24fb68b0" providerId="ADAL" clId="{25587267-C23C-4B9C-9372-B60F1BFF1E23}" dt="2026-04-19T08:31:51.685" v="265"/>
          <ac:spMkLst>
            <pc:docMk/>
            <pc:sldMk cId="958901565" sldId="342"/>
            <ac:spMk id="18" creationId="{3F37A58F-141D-2004-447A-F47F9476E1D1}"/>
          </ac:spMkLst>
        </pc:spChg>
        <pc:spChg chg="add mod">
          <ac:chgData name="Leandro Gonçalves Barreira" userId="11c8c2f8-e9de-4574-b00a-3dfc24fb68b0" providerId="ADAL" clId="{25587267-C23C-4B9C-9372-B60F1BFF1E23}" dt="2026-04-19T15:13:18.331" v="1002"/>
          <ac:spMkLst>
            <pc:docMk/>
            <pc:sldMk cId="958901565" sldId="342"/>
            <ac:spMk id="19" creationId="{CF0DA727-A36A-3BD8-6D6F-36FBF9B5A324}"/>
          </ac:spMkLst>
        </pc:spChg>
        <pc:spChg chg="add mod">
          <ac:chgData name="Leandro Gonçalves Barreira" userId="11c8c2f8-e9de-4574-b00a-3dfc24fb68b0" providerId="ADAL" clId="{25587267-C23C-4B9C-9372-B60F1BFF1E23}" dt="2026-04-20T11:14:45.333" v="1866"/>
          <ac:spMkLst>
            <pc:docMk/>
            <pc:sldMk cId="958901565" sldId="342"/>
            <ac:spMk id="23" creationId="{C997EF2E-A3BB-CC64-B7DF-A72500FA8B15}"/>
          </ac:spMkLst>
        </pc:spChg>
        <pc:picChg chg="add del mod">
          <ac:chgData name="Leandro Gonçalves Barreira" userId="11c8c2f8-e9de-4574-b00a-3dfc24fb68b0" providerId="ADAL" clId="{25587267-C23C-4B9C-9372-B60F1BFF1E23}" dt="2026-04-19T15:16:03.154" v="1080" actId="478"/>
          <ac:picMkLst>
            <pc:docMk/>
            <pc:sldMk cId="958901565" sldId="342"/>
            <ac:picMk id="11" creationId="{A0579199-C573-FDD6-9013-073882A98A83}"/>
          </ac:picMkLst>
        </pc:picChg>
        <pc:picChg chg="add mod">
          <ac:chgData name="Leandro Gonçalves Barreira" userId="11c8c2f8-e9de-4574-b00a-3dfc24fb68b0" providerId="ADAL" clId="{25587267-C23C-4B9C-9372-B60F1BFF1E23}" dt="2026-04-19T08:31:19.563" v="262"/>
          <ac:picMkLst>
            <pc:docMk/>
            <pc:sldMk cId="958901565" sldId="342"/>
            <ac:picMk id="14" creationId="{6B64F2D2-1CDF-AC9D-3C7D-3234EB2F5F6C}"/>
          </ac:picMkLst>
        </pc:picChg>
        <pc:picChg chg="add mod">
          <ac:chgData name="Leandro Gonçalves Barreira" userId="11c8c2f8-e9de-4574-b00a-3dfc24fb68b0" providerId="ADAL" clId="{25587267-C23C-4B9C-9372-B60F1BFF1E23}" dt="2026-04-19T08:31:36.827" v="264"/>
          <ac:picMkLst>
            <pc:docMk/>
            <pc:sldMk cId="958901565" sldId="342"/>
            <ac:picMk id="17" creationId="{F232D423-8E63-80A6-07C8-D61F311E2711}"/>
          </ac:picMkLst>
        </pc:picChg>
        <pc:picChg chg="add mod">
          <ac:chgData name="Leandro Gonçalves Barreira" userId="11c8c2f8-e9de-4574-b00a-3dfc24fb68b0" providerId="ADAL" clId="{25587267-C23C-4B9C-9372-B60F1BFF1E23}" dt="2026-04-19T08:31:57.700" v="266"/>
          <ac:picMkLst>
            <pc:docMk/>
            <pc:sldMk cId="958901565" sldId="342"/>
            <ac:picMk id="20" creationId="{227CE0EA-62FA-F6CF-56E7-EAC6A3ED7FDE}"/>
          </ac:picMkLst>
        </pc:picChg>
        <pc:picChg chg="add mod">
          <ac:chgData name="Leandro Gonçalves Barreira" userId="11c8c2f8-e9de-4574-b00a-3dfc24fb68b0" providerId="ADAL" clId="{25587267-C23C-4B9C-9372-B60F1BFF1E23}" dt="2026-04-19T15:16:50.227" v="1082" actId="1076"/>
          <ac:picMkLst>
            <pc:docMk/>
            <pc:sldMk cId="958901565" sldId="342"/>
            <ac:picMk id="21" creationId="{D5C685E1-9944-343D-67FF-DDD776905209}"/>
          </ac:picMkLst>
        </pc:picChg>
      </pc:sldChg>
      <pc:sldChg chg="addSp delSp modSp add mod ord modShow">
        <pc:chgData name="Leandro Gonçalves Barreira" userId="11c8c2f8-e9de-4574-b00a-3dfc24fb68b0" providerId="ADAL" clId="{25587267-C23C-4B9C-9372-B60F1BFF1E23}" dt="2026-04-20T16:32:25.956" v="2876" actId="729"/>
        <pc:sldMkLst>
          <pc:docMk/>
          <pc:sldMk cId="2436171217" sldId="343"/>
        </pc:sldMkLst>
        <pc:spChg chg="mod">
          <ac:chgData name="Leandro Gonçalves Barreira" userId="11c8c2f8-e9de-4574-b00a-3dfc24fb68b0" providerId="ADAL" clId="{25587267-C23C-4B9C-9372-B60F1BFF1E23}" dt="2026-04-20T16:03:33.937" v="2466" actId="20577"/>
          <ac:spMkLst>
            <pc:docMk/>
            <pc:sldMk cId="2436171217" sldId="343"/>
            <ac:spMk id="2" creationId="{F233EED5-4946-497A-9491-F55087A2C980}"/>
          </ac:spMkLst>
        </pc:spChg>
        <pc:spChg chg="mod">
          <ac:chgData name="Leandro Gonçalves Barreira" userId="11c8c2f8-e9de-4574-b00a-3dfc24fb68b0" providerId="ADAL" clId="{25587267-C23C-4B9C-9372-B60F1BFF1E23}" dt="2026-04-20T16:24:14.470" v="2858" actId="20577"/>
          <ac:spMkLst>
            <pc:docMk/>
            <pc:sldMk cId="2436171217" sldId="343"/>
            <ac:spMk id="3" creationId="{FDA2C406-369B-B2F9-AE62-1B689688CD15}"/>
          </ac:spMkLst>
        </pc:spChg>
        <pc:spChg chg="del">
          <ac:chgData name="Leandro Gonçalves Barreira" userId="11c8c2f8-e9de-4574-b00a-3dfc24fb68b0" providerId="ADAL" clId="{25587267-C23C-4B9C-9372-B60F1BFF1E23}" dt="2026-04-20T16:03:46.044" v="2468" actId="478"/>
          <ac:spMkLst>
            <pc:docMk/>
            <pc:sldMk cId="2436171217" sldId="343"/>
            <ac:spMk id="9" creationId="{02897702-3255-45CA-C690-18F2D3B241E8}"/>
          </ac:spMkLst>
        </pc:spChg>
        <pc:spChg chg="del">
          <ac:chgData name="Leandro Gonçalves Barreira" userId="11c8c2f8-e9de-4574-b00a-3dfc24fb68b0" providerId="ADAL" clId="{25587267-C23C-4B9C-9372-B60F1BFF1E23}" dt="2026-04-20T16:03:46.044" v="2468" actId="478"/>
          <ac:spMkLst>
            <pc:docMk/>
            <pc:sldMk cId="2436171217" sldId="343"/>
            <ac:spMk id="21" creationId="{E3CF2B99-4BAE-04D7-F8B0-1D220217779A}"/>
          </ac:spMkLst>
        </pc:spChg>
        <pc:spChg chg="del">
          <ac:chgData name="Leandro Gonçalves Barreira" userId="11c8c2f8-e9de-4574-b00a-3dfc24fb68b0" providerId="ADAL" clId="{25587267-C23C-4B9C-9372-B60F1BFF1E23}" dt="2026-04-20T16:03:46.044" v="2468" actId="478"/>
          <ac:spMkLst>
            <pc:docMk/>
            <pc:sldMk cId="2436171217" sldId="343"/>
            <ac:spMk id="24" creationId="{AA1F9D9F-8D36-062F-61FD-5CDEB2075300}"/>
          </ac:spMkLst>
        </pc:spChg>
        <pc:spChg chg="del">
          <ac:chgData name="Leandro Gonçalves Barreira" userId="11c8c2f8-e9de-4574-b00a-3dfc24fb68b0" providerId="ADAL" clId="{25587267-C23C-4B9C-9372-B60F1BFF1E23}" dt="2026-04-20T16:03:46.044" v="2468" actId="478"/>
          <ac:spMkLst>
            <pc:docMk/>
            <pc:sldMk cId="2436171217" sldId="343"/>
            <ac:spMk id="25" creationId="{9E7FABF8-C228-D8A8-A23B-8025A8208B27}"/>
          </ac:spMkLst>
        </pc:spChg>
        <pc:spChg chg="del">
          <ac:chgData name="Leandro Gonçalves Barreira" userId="11c8c2f8-e9de-4574-b00a-3dfc24fb68b0" providerId="ADAL" clId="{25587267-C23C-4B9C-9372-B60F1BFF1E23}" dt="2026-04-20T16:03:46.044" v="2468" actId="478"/>
          <ac:spMkLst>
            <pc:docMk/>
            <pc:sldMk cId="2436171217" sldId="343"/>
            <ac:spMk id="26" creationId="{1A31308D-3D9E-0001-1671-0AF07292823F}"/>
          </ac:spMkLst>
        </pc:spChg>
        <pc:spChg chg="del">
          <ac:chgData name="Leandro Gonçalves Barreira" userId="11c8c2f8-e9de-4574-b00a-3dfc24fb68b0" providerId="ADAL" clId="{25587267-C23C-4B9C-9372-B60F1BFF1E23}" dt="2026-04-20T16:03:46.044" v="2468" actId="478"/>
          <ac:spMkLst>
            <pc:docMk/>
            <pc:sldMk cId="2436171217" sldId="343"/>
            <ac:spMk id="27" creationId="{1738B818-29AD-CF36-415E-EC47BB700FE8}"/>
          </ac:spMkLst>
        </pc:spChg>
        <pc:spChg chg="del">
          <ac:chgData name="Leandro Gonçalves Barreira" userId="11c8c2f8-e9de-4574-b00a-3dfc24fb68b0" providerId="ADAL" clId="{25587267-C23C-4B9C-9372-B60F1BFF1E23}" dt="2026-04-20T16:03:46.044" v="2468" actId="478"/>
          <ac:spMkLst>
            <pc:docMk/>
            <pc:sldMk cId="2436171217" sldId="343"/>
            <ac:spMk id="28" creationId="{7D5993CB-97CD-FEFB-A893-A11BB0EC2C7C}"/>
          </ac:spMkLst>
        </pc:spChg>
        <pc:spChg chg="del">
          <ac:chgData name="Leandro Gonçalves Barreira" userId="11c8c2f8-e9de-4574-b00a-3dfc24fb68b0" providerId="ADAL" clId="{25587267-C23C-4B9C-9372-B60F1BFF1E23}" dt="2026-04-20T16:03:46.044" v="2468" actId="478"/>
          <ac:spMkLst>
            <pc:docMk/>
            <pc:sldMk cId="2436171217" sldId="343"/>
            <ac:spMk id="29" creationId="{1BF56454-9D01-54D6-C655-D5DA4D212DA9}"/>
          </ac:spMkLst>
        </pc:spChg>
        <pc:graphicFrameChg chg="add mod">
          <ac:chgData name="Leandro Gonçalves Barreira" userId="11c8c2f8-e9de-4574-b00a-3dfc24fb68b0" providerId="ADAL" clId="{25587267-C23C-4B9C-9372-B60F1BFF1E23}" dt="2026-04-20T16:04:02.074" v="2481"/>
          <ac:graphicFrameMkLst>
            <pc:docMk/>
            <pc:sldMk cId="2436171217" sldId="343"/>
            <ac:graphicFrameMk id="8" creationId="{DCF8AE61-B15C-FFD7-7814-1026917F92C8}"/>
          </ac:graphicFrameMkLst>
        </pc:graphicFrameChg>
        <pc:graphicFrameChg chg="add del mod">
          <ac:chgData name="Leandro Gonçalves Barreira" userId="11c8c2f8-e9de-4574-b00a-3dfc24fb68b0" providerId="ADAL" clId="{25587267-C23C-4B9C-9372-B60F1BFF1E23}" dt="2026-04-20T16:23:02.478" v="2662" actId="478"/>
          <ac:graphicFrameMkLst>
            <pc:docMk/>
            <pc:sldMk cId="2436171217" sldId="343"/>
            <ac:graphicFrameMk id="10" creationId="{DCF8AE61-B15C-FFD7-7814-1026917F92C8}"/>
          </ac:graphicFrameMkLst>
        </pc:graphicFrameChg>
        <pc:graphicFrameChg chg="add mod">
          <ac:chgData name="Leandro Gonçalves Barreira" userId="11c8c2f8-e9de-4574-b00a-3dfc24fb68b0" providerId="ADAL" clId="{25587267-C23C-4B9C-9372-B60F1BFF1E23}" dt="2026-04-20T16:23:16.490" v="2683"/>
          <ac:graphicFrameMkLst>
            <pc:docMk/>
            <pc:sldMk cId="2436171217" sldId="343"/>
            <ac:graphicFrameMk id="16" creationId="{DCF8AE61-B15C-FFD7-7814-1026917F92C8}"/>
          </ac:graphicFrameMkLst>
        </pc:graphicFrameChg>
        <pc:graphicFrameChg chg="add mod">
          <ac:chgData name="Leandro Gonçalves Barreira" userId="11c8c2f8-e9de-4574-b00a-3dfc24fb68b0" providerId="ADAL" clId="{25587267-C23C-4B9C-9372-B60F1BFF1E23}" dt="2026-04-20T16:23:20.987" v="2688"/>
          <ac:graphicFrameMkLst>
            <pc:docMk/>
            <pc:sldMk cId="2436171217" sldId="343"/>
            <ac:graphicFrameMk id="17" creationId="{DCF8AE61-B15C-FFD7-7814-1026917F92C8}"/>
          </ac:graphicFrameMkLst>
        </pc:graphicFrameChg>
        <pc:graphicFrameChg chg="add mod ord">
          <ac:chgData name="Leandro Gonçalves Barreira" userId="11c8c2f8-e9de-4574-b00a-3dfc24fb68b0" providerId="ADAL" clId="{25587267-C23C-4B9C-9372-B60F1BFF1E23}" dt="2026-04-20T16:25:32.662" v="2868" actId="167"/>
          <ac:graphicFrameMkLst>
            <pc:docMk/>
            <pc:sldMk cId="2436171217" sldId="343"/>
            <ac:graphicFrameMk id="18" creationId="{DCF8AE61-B15C-FFD7-7814-1026917F92C8}"/>
          </ac:graphicFrameMkLst>
        </pc:graphicFrameChg>
        <pc:picChg chg="add mod">
          <ac:chgData name="Leandro Gonçalves Barreira" userId="11c8c2f8-e9de-4574-b00a-3dfc24fb68b0" providerId="ADAL" clId="{25587267-C23C-4B9C-9372-B60F1BFF1E23}" dt="2026-04-20T16:26:35.261" v="2875" actId="1076"/>
          <ac:picMkLst>
            <pc:docMk/>
            <pc:sldMk cId="2436171217" sldId="343"/>
            <ac:picMk id="15" creationId="{41CE2505-BEB1-3CD5-DB25-2CC3C761B14B}"/>
          </ac:picMkLst>
        </pc:picChg>
        <pc:cxnChg chg="add mod">
          <ac:chgData name="Leandro Gonçalves Barreira" userId="11c8c2f8-e9de-4574-b00a-3dfc24fb68b0" providerId="ADAL" clId="{25587267-C23C-4B9C-9372-B60F1BFF1E23}" dt="2026-04-20T16:25:52.674" v="2871" actId="14100"/>
          <ac:cxnSpMkLst>
            <pc:docMk/>
            <pc:sldMk cId="2436171217" sldId="343"/>
            <ac:cxnSpMk id="12" creationId="{F6EC1AC9-26A5-08C8-DDC1-C07C4D1DFE8D}"/>
          </ac:cxnSpMkLst>
        </pc:cxnChg>
        <pc:cxnChg chg="add mod">
          <ac:chgData name="Leandro Gonçalves Barreira" userId="11c8c2f8-e9de-4574-b00a-3dfc24fb68b0" providerId="ADAL" clId="{25587267-C23C-4B9C-9372-B60F1BFF1E23}" dt="2026-04-20T16:26:22.906" v="2873" actId="1076"/>
          <ac:cxnSpMkLst>
            <pc:docMk/>
            <pc:sldMk cId="2436171217" sldId="343"/>
            <ac:cxnSpMk id="13" creationId="{6C9F1DF6-2266-4B2D-BD30-C125B254D957}"/>
          </ac:cxnSpMkLst>
        </pc:cxnChg>
      </pc:sldChg>
      <pc:sldMasterChg chg="delSldLayout">
        <pc:chgData name="Leandro Gonçalves Barreira" userId="11c8c2f8-e9de-4574-b00a-3dfc24fb68b0" providerId="ADAL" clId="{25587267-C23C-4B9C-9372-B60F1BFF1E23}" dt="2026-04-19T08:27:54.281" v="198" actId="47"/>
        <pc:sldMasterMkLst>
          <pc:docMk/>
          <pc:sldMasterMk cId="2360261520" sldId="2147483701"/>
        </pc:sldMasterMkLst>
        <pc:sldLayoutChg chg="del">
          <pc:chgData name="Leandro Gonçalves Barreira" userId="11c8c2f8-e9de-4574-b00a-3dfc24fb68b0" providerId="ADAL" clId="{25587267-C23C-4B9C-9372-B60F1BFF1E23}" dt="2026-04-19T08:27:54.281" v="198" actId="47"/>
          <pc:sldLayoutMkLst>
            <pc:docMk/>
            <pc:sldMasterMk cId="2360261520" sldId="2147483701"/>
            <pc:sldLayoutMk cId="3273146596" sldId="2147483750"/>
          </pc:sldLayoutMkLst>
        </pc:sldLayoutChg>
      </pc:sldMasterChg>
      <pc:sldMasterChg chg="delSldLayout">
        <pc:chgData name="Leandro Gonçalves Barreira" userId="11c8c2f8-e9de-4574-b00a-3dfc24fb68b0" providerId="ADAL" clId="{25587267-C23C-4B9C-9372-B60F1BFF1E23}" dt="2026-04-19T07:52:07.986" v="115" actId="47"/>
        <pc:sldMasterMkLst>
          <pc:docMk/>
          <pc:sldMasterMk cId="3736905133" sldId="2147483730"/>
        </pc:sldMasterMkLst>
        <pc:sldLayoutChg chg="del">
          <pc:chgData name="Leandro Gonçalves Barreira" userId="11c8c2f8-e9de-4574-b00a-3dfc24fb68b0" providerId="ADAL" clId="{25587267-C23C-4B9C-9372-B60F1BFF1E23}" dt="2026-04-19T07:52:07.986" v="115" actId="47"/>
          <pc:sldLayoutMkLst>
            <pc:docMk/>
            <pc:sldMasterMk cId="3736905133" sldId="2147483730"/>
            <pc:sldLayoutMk cId="3672599378" sldId="2147483732"/>
          </pc:sldLayoutMkLst>
        </pc:sldLayoutChg>
      </pc:sldMasterChg>
    </pc:docChg>
  </pc:docChgLst>
  <pc:docChgLst>
    <pc:chgData name="Valentina Lucia Pispers" userId="S::76557@novasbe.pt::9203fd05-879f-4438-919c-4777a49c4f7b" providerId="AD" clId="Web-{E9521BE1-08C9-25B5-6311-2CB2563A41B8}"/>
    <pc:docChg chg="modSld">
      <pc:chgData name="Valentina Lucia Pispers" userId="S::76557@novasbe.pt::9203fd05-879f-4438-919c-4777a49c4f7b" providerId="AD" clId="Web-{E9521BE1-08C9-25B5-6311-2CB2563A41B8}" dt="2026-04-19T14:32:50.837" v="50" actId="20577"/>
      <pc:docMkLst>
        <pc:docMk/>
      </pc:docMkLst>
      <pc:sldChg chg="modSp">
        <pc:chgData name="Valentina Lucia Pispers" userId="S::76557@novasbe.pt::9203fd05-879f-4438-919c-4777a49c4f7b" providerId="AD" clId="Web-{E9521BE1-08C9-25B5-6311-2CB2563A41B8}" dt="2026-04-19T14:32:50.837" v="50" actId="20577"/>
        <pc:sldMkLst>
          <pc:docMk/>
          <pc:sldMk cId="4143393041" sldId="264"/>
        </pc:sldMkLst>
        <pc:spChg chg="mod">
          <ac:chgData name="Valentina Lucia Pispers" userId="S::76557@novasbe.pt::9203fd05-879f-4438-919c-4777a49c4f7b" providerId="AD" clId="Web-{E9521BE1-08C9-25B5-6311-2CB2563A41B8}" dt="2026-04-19T14:32:50.837" v="50" actId="20577"/>
          <ac:spMkLst>
            <pc:docMk/>
            <pc:sldMk cId="4143393041" sldId="264"/>
            <ac:spMk id="4" creationId="{153A0A80-4856-A301-DF7A-B8C399F851E1}"/>
          </ac:spMkLst>
        </pc:spChg>
      </pc:sldChg>
    </pc:docChg>
  </pc:docChgLst>
  <pc:docChgLst>
    <pc:chgData name="Valentina Lucia Pispers" userId="9203fd05-879f-4438-919c-4777a49c4f7b" providerId="ADAL" clId="{CAB2CFB3-6737-5784-9908-759E248BCF18}"/>
    <pc:docChg chg="undo custSel addSld delSld modSld sldOrd modSection">
      <pc:chgData name="Valentina Lucia Pispers" userId="9203fd05-879f-4438-919c-4777a49c4f7b" providerId="ADAL" clId="{CAB2CFB3-6737-5784-9908-759E248BCF18}" dt="2026-04-20T15:07:41.195" v="7022" actId="20577"/>
      <pc:docMkLst>
        <pc:docMk/>
      </pc:docMkLst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3315856822" sldId="259"/>
        </pc:sldMkLst>
      </pc:sldChg>
      <pc:sldChg chg="addSp delSp modSp mod ord">
        <pc:chgData name="Valentina Lucia Pispers" userId="9203fd05-879f-4438-919c-4777a49c4f7b" providerId="ADAL" clId="{CAB2CFB3-6737-5784-9908-759E248BCF18}" dt="2026-04-20T15:07:41.195" v="7022" actId="20577"/>
        <pc:sldMkLst>
          <pc:docMk/>
          <pc:sldMk cId="549782731" sldId="262"/>
        </pc:sldMkLst>
        <pc:spChg chg="mod">
          <ac:chgData name="Valentina Lucia Pispers" userId="9203fd05-879f-4438-919c-4777a49c4f7b" providerId="ADAL" clId="{CAB2CFB3-6737-5784-9908-759E248BCF18}" dt="2026-04-19T15:58:42.600" v="7011" actId="20577"/>
          <ac:spMkLst>
            <pc:docMk/>
            <pc:sldMk cId="549782731" sldId="262"/>
            <ac:spMk id="2" creationId="{ABEAC59F-A413-ECC7-6EAE-1E9D882807E7}"/>
          </ac:spMkLst>
        </pc:spChg>
        <pc:spChg chg="mod">
          <ac:chgData name="Valentina Lucia Pispers" userId="9203fd05-879f-4438-919c-4777a49c4f7b" providerId="ADAL" clId="{CAB2CFB3-6737-5784-9908-759E248BCF18}" dt="2026-04-17T17:43:47.389" v="5383" actId="14100"/>
          <ac:spMkLst>
            <pc:docMk/>
            <pc:sldMk cId="549782731" sldId="262"/>
            <ac:spMk id="3" creationId="{D7ADAA00-8F03-52E5-D241-0572DF42B232}"/>
          </ac:spMkLst>
        </pc:spChg>
        <pc:spChg chg="mod">
          <ac:chgData name="Valentina Lucia Pispers" userId="9203fd05-879f-4438-919c-4777a49c4f7b" providerId="ADAL" clId="{CAB2CFB3-6737-5784-9908-759E248BCF18}" dt="2026-04-17T17:30:00.085" v="5122" actId="14100"/>
          <ac:spMkLst>
            <pc:docMk/>
            <pc:sldMk cId="549782731" sldId="262"/>
            <ac:spMk id="4" creationId="{FBD6D87E-48F5-20C3-D6D1-436035F96B4E}"/>
          </ac:spMkLst>
        </pc:spChg>
        <pc:spChg chg="mod">
          <ac:chgData name="Valentina Lucia Pispers" userId="9203fd05-879f-4438-919c-4777a49c4f7b" providerId="ADAL" clId="{CAB2CFB3-6737-5784-9908-759E248BCF18}" dt="2026-04-19T15:15:55.128" v="6253" actId="20577"/>
          <ac:spMkLst>
            <pc:docMk/>
            <pc:sldMk cId="549782731" sldId="262"/>
            <ac:spMk id="6" creationId="{143E7C39-A0F7-F91A-0D5A-46DEA8D14E12}"/>
          </ac:spMkLst>
        </pc:spChg>
        <pc:spChg chg="mod">
          <ac:chgData name="Valentina Lucia Pispers" userId="9203fd05-879f-4438-919c-4777a49c4f7b" providerId="ADAL" clId="{CAB2CFB3-6737-5784-9908-759E248BCF18}" dt="2026-04-19T15:14:32.317" v="6217" actId="20577"/>
          <ac:spMkLst>
            <pc:docMk/>
            <pc:sldMk cId="549782731" sldId="262"/>
            <ac:spMk id="12" creationId="{8E2662F1-7787-3A4A-5343-69FC22BDB318}"/>
          </ac:spMkLst>
        </pc:spChg>
        <pc:spChg chg="mod">
          <ac:chgData name="Valentina Lucia Pispers" userId="9203fd05-879f-4438-919c-4777a49c4f7b" providerId="ADAL" clId="{CAB2CFB3-6737-5784-9908-759E248BCF18}" dt="2026-04-19T15:52:51.516" v="6998" actId="207"/>
          <ac:spMkLst>
            <pc:docMk/>
            <pc:sldMk cId="549782731" sldId="262"/>
            <ac:spMk id="15" creationId="{7301D4B5-E6E0-2372-7D42-F966DF2CAB33}"/>
          </ac:spMkLst>
        </pc:spChg>
        <pc:spChg chg="add mod">
          <ac:chgData name="Valentina Lucia Pispers" userId="9203fd05-879f-4438-919c-4777a49c4f7b" providerId="ADAL" clId="{CAB2CFB3-6737-5784-9908-759E248BCF18}" dt="2026-04-20T15:07:41.195" v="7022" actId="20577"/>
          <ac:spMkLst>
            <pc:docMk/>
            <pc:sldMk cId="549782731" sldId="262"/>
            <ac:spMk id="18" creationId="{35B000A2-0DD2-54CB-C62E-B0672565E0AF}"/>
          </ac:spMkLst>
        </pc:spChg>
        <pc:picChg chg="add mod">
          <ac:chgData name="Valentina Lucia Pispers" userId="9203fd05-879f-4438-919c-4777a49c4f7b" providerId="ADAL" clId="{CAB2CFB3-6737-5784-9908-759E248BCF18}" dt="2026-04-19T14:42:04.656" v="5683" actId="207"/>
          <ac:picMkLst>
            <pc:docMk/>
            <pc:sldMk cId="549782731" sldId="262"/>
            <ac:picMk id="17" creationId="{0C69809E-00F8-05E4-4909-EBBDB7E94F87}"/>
          </ac:picMkLst>
        </pc:picChg>
        <pc:picChg chg="add mod">
          <ac:chgData name="Valentina Lucia Pispers" userId="9203fd05-879f-4438-919c-4777a49c4f7b" providerId="ADAL" clId="{CAB2CFB3-6737-5784-9908-759E248BCF18}" dt="2026-04-19T14:42:07.398" v="5684" actId="207"/>
          <ac:picMkLst>
            <pc:docMk/>
            <pc:sldMk cId="549782731" sldId="262"/>
            <ac:picMk id="24" creationId="{952ABB7E-1C26-802E-F3BC-3AC3D09AC33E}"/>
          </ac:picMkLst>
        </pc:picChg>
      </pc:sldChg>
      <pc:sldChg chg="addSp delSp modSp mod ord">
        <pc:chgData name="Valentina Lucia Pispers" userId="9203fd05-879f-4438-919c-4777a49c4f7b" providerId="ADAL" clId="{CAB2CFB3-6737-5784-9908-759E248BCF18}" dt="2026-04-19T15:53:11.408" v="7000" actId="207"/>
        <pc:sldMkLst>
          <pc:docMk/>
          <pc:sldMk cId="1548222547" sldId="263"/>
        </pc:sldMkLst>
        <pc:spChg chg="mod">
          <ac:chgData name="Valentina Lucia Pispers" userId="9203fd05-879f-4438-919c-4777a49c4f7b" providerId="ADAL" clId="{CAB2CFB3-6737-5784-9908-759E248BCF18}" dt="2026-04-17T10:33:14.768" v="3242" actId="20577"/>
          <ac:spMkLst>
            <pc:docMk/>
            <pc:sldMk cId="1548222547" sldId="263"/>
            <ac:spMk id="2" creationId="{B01E5EA6-44AD-DF88-54D3-D2874A6DD650}"/>
          </ac:spMkLst>
        </pc:spChg>
        <pc:spChg chg="mod">
          <ac:chgData name="Valentina Lucia Pispers" userId="9203fd05-879f-4438-919c-4777a49c4f7b" providerId="ADAL" clId="{CAB2CFB3-6737-5784-9908-759E248BCF18}" dt="2026-04-16T21:42:39.045" v="1086" actId="20577"/>
          <ac:spMkLst>
            <pc:docMk/>
            <pc:sldMk cId="1548222547" sldId="263"/>
            <ac:spMk id="3" creationId="{636FD834-C662-096E-F57F-232EF604F115}"/>
          </ac:spMkLst>
        </pc:spChg>
        <pc:spChg chg="mod">
          <ac:chgData name="Valentina Lucia Pispers" userId="9203fd05-879f-4438-919c-4777a49c4f7b" providerId="ADAL" clId="{CAB2CFB3-6737-5784-9908-759E248BCF18}" dt="2026-04-19T15:08:56.100" v="6042" actId="113"/>
          <ac:spMkLst>
            <pc:docMk/>
            <pc:sldMk cId="1548222547" sldId="263"/>
            <ac:spMk id="6" creationId="{68AFBBFB-1135-9F99-5279-CCC38FBBEA60}"/>
          </ac:spMkLst>
        </pc:spChg>
        <pc:spChg chg="mod">
          <ac:chgData name="Valentina Lucia Pispers" userId="9203fd05-879f-4438-919c-4777a49c4f7b" providerId="ADAL" clId="{CAB2CFB3-6737-5784-9908-759E248BCF18}" dt="2026-04-19T15:00:03.543" v="5818" actId="20577"/>
          <ac:spMkLst>
            <pc:docMk/>
            <pc:sldMk cId="1548222547" sldId="263"/>
            <ac:spMk id="8" creationId="{4743A582-41A5-8833-A63F-23BB43B46787}"/>
          </ac:spMkLst>
        </pc:spChg>
        <pc:spChg chg="mod">
          <ac:chgData name="Valentina Lucia Pispers" userId="9203fd05-879f-4438-919c-4777a49c4f7b" providerId="ADAL" clId="{CAB2CFB3-6737-5784-9908-759E248BCF18}" dt="2026-04-19T15:10:02.110" v="6091" actId="20577"/>
          <ac:spMkLst>
            <pc:docMk/>
            <pc:sldMk cId="1548222547" sldId="263"/>
            <ac:spMk id="9" creationId="{8A6939BC-85DD-886A-E50D-D8833ABEAA45}"/>
          </ac:spMkLst>
        </pc:spChg>
        <pc:spChg chg="mod">
          <ac:chgData name="Valentina Lucia Pispers" userId="9203fd05-879f-4438-919c-4777a49c4f7b" providerId="ADAL" clId="{CAB2CFB3-6737-5784-9908-759E248BCF18}" dt="2026-04-19T15:53:11.408" v="7000" actId="207"/>
          <ac:spMkLst>
            <pc:docMk/>
            <pc:sldMk cId="1548222547" sldId="263"/>
            <ac:spMk id="12" creationId="{896BC1CA-1CAD-0AF0-A9FD-365BFCFF4ACA}"/>
          </ac:spMkLst>
        </pc:spChg>
        <pc:spChg chg="add mod">
          <ac:chgData name="Valentina Lucia Pispers" userId="9203fd05-879f-4438-919c-4777a49c4f7b" providerId="ADAL" clId="{CAB2CFB3-6737-5784-9908-759E248BCF18}" dt="2026-04-19T15:06:10.819" v="6005" actId="1076"/>
          <ac:spMkLst>
            <pc:docMk/>
            <pc:sldMk cId="1548222547" sldId="263"/>
            <ac:spMk id="23" creationId="{8F667777-B647-96CB-1C7D-09FD55C723D3}"/>
          </ac:spMkLst>
        </pc:spChg>
        <pc:spChg chg="add mod">
          <ac:chgData name="Valentina Lucia Pispers" userId="9203fd05-879f-4438-919c-4777a49c4f7b" providerId="ADAL" clId="{CAB2CFB3-6737-5784-9908-759E248BCF18}" dt="2026-04-19T15:06:42.434" v="6010" actId="1076"/>
          <ac:spMkLst>
            <pc:docMk/>
            <pc:sldMk cId="1548222547" sldId="263"/>
            <ac:spMk id="27" creationId="{0B860275-6172-1646-8D9E-9090A0FE335C}"/>
          </ac:spMkLst>
        </pc:spChg>
        <pc:spChg chg="add mod">
          <ac:chgData name="Valentina Lucia Pispers" userId="9203fd05-879f-4438-919c-4777a49c4f7b" providerId="ADAL" clId="{CAB2CFB3-6737-5784-9908-759E248BCF18}" dt="2026-04-19T15:07:15.417" v="6013" actId="1076"/>
          <ac:spMkLst>
            <pc:docMk/>
            <pc:sldMk cId="1548222547" sldId="263"/>
            <ac:spMk id="28" creationId="{F591342C-1142-9314-718E-7477923AF485}"/>
          </ac:spMkLst>
        </pc:spChg>
        <pc:spChg chg="add mod">
          <ac:chgData name="Valentina Lucia Pispers" userId="9203fd05-879f-4438-919c-4777a49c4f7b" providerId="ADAL" clId="{CAB2CFB3-6737-5784-9908-759E248BCF18}" dt="2026-04-19T15:07:08.201" v="6012" actId="1076"/>
          <ac:spMkLst>
            <pc:docMk/>
            <pc:sldMk cId="1548222547" sldId="263"/>
            <ac:spMk id="29" creationId="{BE4A106A-8B2E-6EAA-0606-FD99E285D583}"/>
          </ac:spMkLst>
        </pc:spChg>
        <pc:graphicFrameChg chg="add mod">
          <ac:chgData name="Valentina Lucia Pispers" userId="9203fd05-879f-4438-919c-4777a49c4f7b" providerId="ADAL" clId="{CAB2CFB3-6737-5784-9908-759E248BCF18}" dt="2026-04-17T10:59:24.396" v="3271" actId="1076"/>
          <ac:graphicFrameMkLst>
            <pc:docMk/>
            <pc:sldMk cId="1548222547" sldId="263"/>
            <ac:graphicFrameMk id="4" creationId="{70854BB0-F7A3-9F3A-176A-6ED1B7000A78}"/>
          </ac:graphicFrameMkLst>
        </pc:graphicFrameChg>
        <pc:picChg chg="add mod">
          <ac:chgData name="Valentina Lucia Pispers" userId="9203fd05-879f-4438-919c-4777a49c4f7b" providerId="ADAL" clId="{CAB2CFB3-6737-5784-9908-759E248BCF18}" dt="2026-04-19T14:40:48.431" v="5675" actId="207"/>
          <ac:picMkLst>
            <pc:docMk/>
            <pc:sldMk cId="1548222547" sldId="263"/>
            <ac:picMk id="16" creationId="{4AC35001-A617-54D7-192D-F6CACCDF6779}"/>
          </ac:picMkLst>
        </pc:picChg>
        <pc:picChg chg="add mod">
          <ac:chgData name="Valentina Lucia Pispers" userId="9203fd05-879f-4438-919c-4777a49c4f7b" providerId="ADAL" clId="{CAB2CFB3-6737-5784-9908-759E248BCF18}" dt="2026-04-19T14:41:07.807" v="5680" actId="14100"/>
          <ac:picMkLst>
            <pc:docMk/>
            <pc:sldMk cId="1548222547" sldId="263"/>
            <ac:picMk id="18" creationId="{D42B45F9-9DAE-871D-B529-F7BAE46E7026}"/>
          </ac:picMkLst>
        </pc:picChg>
        <pc:picChg chg="add mod">
          <ac:chgData name="Valentina Lucia Pispers" userId="9203fd05-879f-4438-919c-4777a49c4f7b" providerId="ADAL" clId="{CAB2CFB3-6737-5784-9908-759E248BCF18}" dt="2026-04-19T14:40:54.349" v="5677" actId="207"/>
          <ac:picMkLst>
            <pc:docMk/>
            <pc:sldMk cId="1548222547" sldId="263"/>
            <ac:picMk id="20" creationId="{34D04674-740A-81FE-5B46-A9E1845DADF4}"/>
          </ac:picMkLst>
        </pc:picChg>
        <pc:picChg chg="add mod">
          <ac:chgData name="Valentina Lucia Pispers" userId="9203fd05-879f-4438-919c-4777a49c4f7b" providerId="ADAL" clId="{CAB2CFB3-6737-5784-9908-759E248BCF18}" dt="2026-04-19T14:41:03.825" v="5679" actId="14100"/>
          <ac:picMkLst>
            <pc:docMk/>
            <pc:sldMk cId="1548222547" sldId="263"/>
            <ac:picMk id="22" creationId="{79F5E626-3139-68E5-ECE1-D0EABFB4AFC1}"/>
          </ac:picMkLst>
        </pc:picChg>
      </pc:sldChg>
      <pc:sldChg chg="addSp delSp modSp mod ord">
        <pc:chgData name="Valentina Lucia Pispers" userId="9203fd05-879f-4438-919c-4777a49c4f7b" providerId="ADAL" clId="{CAB2CFB3-6737-5784-9908-759E248BCF18}" dt="2026-04-19T16:07:49.578" v="7019" actId="255"/>
        <pc:sldMkLst>
          <pc:docMk/>
          <pc:sldMk cId="4143393041" sldId="264"/>
        </pc:sldMkLst>
        <pc:spChg chg="add del mod">
          <ac:chgData name="Valentina Lucia Pispers" userId="9203fd05-879f-4438-919c-4777a49c4f7b" providerId="ADAL" clId="{CAB2CFB3-6737-5784-9908-759E248BCF18}" dt="2026-04-17T17:08:58.334" v="4139" actId="20577"/>
          <ac:spMkLst>
            <pc:docMk/>
            <pc:sldMk cId="4143393041" sldId="264"/>
            <ac:spMk id="3" creationId="{1401577D-5266-6C58-ABA6-AA4447248042}"/>
          </ac:spMkLst>
        </pc:spChg>
        <pc:spChg chg="mod">
          <ac:chgData name="Valentina Lucia Pispers" userId="9203fd05-879f-4438-919c-4777a49c4f7b" providerId="ADAL" clId="{CAB2CFB3-6737-5784-9908-759E248BCF18}" dt="2026-04-19T16:07:49.578" v="7019" actId="255"/>
          <ac:spMkLst>
            <pc:docMk/>
            <pc:sldMk cId="4143393041" sldId="264"/>
            <ac:spMk id="4" creationId="{153A0A80-4856-A301-DF7A-B8C399F851E1}"/>
          </ac:spMkLst>
        </pc:spChg>
        <pc:spChg chg="mod">
          <ac:chgData name="Valentina Lucia Pispers" userId="9203fd05-879f-4438-919c-4777a49c4f7b" providerId="ADAL" clId="{CAB2CFB3-6737-5784-9908-759E248BCF18}" dt="2026-04-16T14:54:54.887" v="60" actId="20577"/>
          <ac:spMkLst>
            <pc:docMk/>
            <pc:sldMk cId="4143393041" sldId="264"/>
            <ac:spMk id="5" creationId="{3BBFCBD3-B1BD-DB79-1A4D-1BB1AD4F2B1C}"/>
          </ac:spMkLst>
        </pc:spChg>
        <pc:spChg chg="mod">
          <ac:chgData name="Valentina Lucia Pispers" userId="9203fd05-879f-4438-919c-4777a49c4f7b" providerId="ADAL" clId="{CAB2CFB3-6737-5784-9908-759E248BCF18}" dt="2026-04-19T15:42:59.062" v="6949" actId="20577"/>
          <ac:spMkLst>
            <pc:docMk/>
            <pc:sldMk cId="4143393041" sldId="264"/>
            <ac:spMk id="6" creationId="{56F177BB-EA4E-FC0B-A30C-BBE090405BB3}"/>
          </ac:spMkLst>
        </pc:spChg>
        <pc:spChg chg="mod">
          <ac:chgData name="Valentina Lucia Pispers" userId="9203fd05-879f-4438-919c-4777a49c4f7b" providerId="ADAL" clId="{CAB2CFB3-6737-5784-9908-759E248BCF18}" dt="2026-04-19T15:52:29.329" v="6996" actId="207"/>
          <ac:spMkLst>
            <pc:docMk/>
            <pc:sldMk cId="4143393041" sldId="264"/>
            <ac:spMk id="9" creationId="{BC89AD40-00AD-C307-C03D-874D0B53210F}"/>
          </ac:spMkLst>
        </pc:spChg>
        <pc:spChg chg="add del mod">
          <ac:chgData name="Valentina Lucia Pispers" userId="9203fd05-879f-4438-919c-4777a49c4f7b" providerId="ADAL" clId="{CAB2CFB3-6737-5784-9908-759E248BCF18}" dt="2026-04-16T19:18:49.494" v="356" actId="20577"/>
          <ac:spMkLst>
            <pc:docMk/>
            <pc:sldMk cId="4143393041" sldId="264"/>
            <ac:spMk id="12" creationId="{83547D90-3C39-801C-2193-8D16119B3437}"/>
          </ac:spMkLst>
        </pc:spChg>
        <pc:spChg chg="add mod">
          <ac:chgData name="Valentina Lucia Pispers" userId="9203fd05-879f-4438-919c-4777a49c4f7b" providerId="ADAL" clId="{CAB2CFB3-6737-5784-9908-759E248BCF18}" dt="2026-04-19T14:33:52.509" v="5666" actId="255"/>
          <ac:spMkLst>
            <pc:docMk/>
            <pc:sldMk cId="4143393041" sldId="264"/>
            <ac:spMk id="17" creationId="{88FF4CE1-D7EC-AE2A-1C31-71B0560CD7A6}"/>
          </ac:spMkLst>
        </pc:spChg>
        <pc:spChg chg="add mod">
          <ac:chgData name="Valentina Lucia Pispers" userId="9203fd05-879f-4438-919c-4777a49c4f7b" providerId="ADAL" clId="{CAB2CFB3-6737-5784-9908-759E248BCF18}" dt="2026-04-19T14:33:59.020" v="5667" actId="255"/>
          <ac:spMkLst>
            <pc:docMk/>
            <pc:sldMk cId="4143393041" sldId="264"/>
            <ac:spMk id="18" creationId="{325EB21D-C41D-BF90-AF85-8F6D843FE673}"/>
          </ac:spMkLst>
        </pc:spChg>
        <pc:spChg chg="add mod">
          <ac:chgData name="Valentina Lucia Pispers" userId="9203fd05-879f-4438-919c-4777a49c4f7b" providerId="ADAL" clId="{CAB2CFB3-6737-5784-9908-759E248BCF18}" dt="2026-04-17T17:12:15.882" v="4288" actId="113"/>
          <ac:spMkLst>
            <pc:docMk/>
            <pc:sldMk cId="4143393041" sldId="264"/>
            <ac:spMk id="19" creationId="{BF7D900A-D9E2-A65C-2AFC-1EEEFEA7915D}"/>
          </ac:spMkLst>
        </pc:spChg>
        <pc:graphicFrameChg chg="add mod">
          <ac:chgData name="Valentina Lucia Pispers" userId="9203fd05-879f-4438-919c-4777a49c4f7b" providerId="ADAL" clId="{CAB2CFB3-6737-5784-9908-759E248BCF18}" dt="2026-04-19T15:41:03.284" v="6818" actId="2711"/>
          <ac:graphicFrameMkLst>
            <pc:docMk/>
            <pc:sldMk cId="4143393041" sldId="264"/>
            <ac:graphicFrameMk id="11" creationId="{3C482F4F-57E5-6D01-B335-E14E10B1C9AD}"/>
          </ac:graphicFrameMkLst>
        </pc:graphicFrameChg>
        <pc:picChg chg="add mod">
          <ac:chgData name="Valentina Lucia Pispers" userId="9203fd05-879f-4438-919c-4777a49c4f7b" providerId="ADAL" clId="{CAB2CFB3-6737-5784-9908-759E248BCF18}" dt="2026-04-17T10:28:46.664" v="3206" actId="1076"/>
          <ac:picMkLst>
            <pc:docMk/>
            <pc:sldMk cId="4143393041" sldId="264"/>
            <ac:picMk id="8" creationId="{9AB021A5-E735-56BB-7C21-4883A1676AEA}"/>
          </ac:picMkLst>
        </pc:picChg>
        <pc:picChg chg="add mod">
          <ac:chgData name="Valentina Lucia Pispers" userId="9203fd05-879f-4438-919c-4777a49c4f7b" providerId="ADAL" clId="{CAB2CFB3-6737-5784-9908-759E248BCF18}" dt="2026-04-17T10:26:05.414" v="3192" actId="1076"/>
          <ac:picMkLst>
            <pc:docMk/>
            <pc:sldMk cId="4143393041" sldId="264"/>
            <ac:picMk id="20" creationId="{12F97E03-290C-E08B-3196-A445E6DDFA16}"/>
          </ac:picMkLst>
        </pc:picChg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3549887361" sldId="265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1452608646" sldId="300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1843534611" sldId="301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464399593" sldId="302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2544812054" sldId="303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1209917667" sldId="304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2569366682" sldId="305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83427112" sldId="306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3708922200" sldId="309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4022522953" sldId="310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219068191" sldId="311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4008007252" sldId="312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2155553981" sldId="313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3039984526" sldId="315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1204074286" sldId="316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2052904935" sldId="317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2218383913" sldId="318"/>
        </pc:sldMkLst>
      </pc:sldChg>
      <pc:sldChg chg="delSp">
        <pc:chgData name="Valentina Lucia Pispers" userId="9203fd05-879f-4438-919c-4777a49c4f7b" providerId="ADAL" clId="{CAB2CFB3-6737-5784-9908-759E248BCF18}" dt="2026-04-16T14:51:51.265" v="22"/>
        <pc:sldMkLst>
          <pc:docMk/>
          <pc:sldMk cId="1174800782" sldId="320"/>
        </pc:sldMkLst>
      </pc:sldChg>
      <pc:sldChg chg="addSp delSp modSp add mod ord">
        <pc:chgData name="Valentina Lucia Pispers" userId="9203fd05-879f-4438-919c-4777a49c4f7b" providerId="ADAL" clId="{CAB2CFB3-6737-5784-9908-759E248BCF18}" dt="2026-04-19T15:30:26.432" v="6817" actId="27636"/>
        <pc:sldMkLst>
          <pc:docMk/>
          <pc:sldMk cId="4154311142" sldId="338"/>
        </pc:sldMkLst>
        <pc:spChg chg="mod">
          <ac:chgData name="Valentina Lucia Pispers" userId="9203fd05-879f-4438-919c-4777a49c4f7b" providerId="ADAL" clId="{CAB2CFB3-6737-5784-9908-759E248BCF18}" dt="2026-04-19T15:20:35.955" v="6268" actId="20577"/>
          <ac:spMkLst>
            <pc:docMk/>
            <pc:sldMk cId="4154311142" sldId="338"/>
            <ac:spMk id="2" creationId="{45536F56-997F-27CB-346F-DB869BFAC38A}"/>
          </ac:spMkLst>
        </pc:spChg>
        <pc:spChg chg="mod">
          <ac:chgData name="Valentina Lucia Pispers" userId="9203fd05-879f-4438-919c-4777a49c4f7b" providerId="ADAL" clId="{CAB2CFB3-6737-5784-9908-759E248BCF18}" dt="2026-04-19T15:20:13.410" v="6266" actId="20577"/>
          <ac:spMkLst>
            <pc:docMk/>
            <pc:sldMk cId="4154311142" sldId="338"/>
            <ac:spMk id="4" creationId="{AB3B1D82-D8D4-1492-E0BB-9CA0A645F652}"/>
          </ac:spMkLst>
        </pc:spChg>
        <pc:spChg chg="mod">
          <ac:chgData name="Valentina Lucia Pispers" userId="9203fd05-879f-4438-919c-4777a49c4f7b" providerId="ADAL" clId="{CAB2CFB3-6737-5784-9908-759E248BCF18}" dt="2026-04-19T15:25:55.897" v="6639" actId="113"/>
          <ac:spMkLst>
            <pc:docMk/>
            <pc:sldMk cId="4154311142" sldId="338"/>
            <ac:spMk id="5" creationId="{3AA8CE76-1CE3-B7E3-CE7E-371395A70EFE}"/>
          </ac:spMkLst>
        </pc:spChg>
        <pc:spChg chg="add del mod">
          <ac:chgData name="Valentina Lucia Pispers" userId="9203fd05-879f-4438-919c-4777a49c4f7b" providerId="ADAL" clId="{CAB2CFB3-6737-5784-9908-759E248BCF18}" dt="2026-04-19T15:29:36.130" v="6810" actId="20577"/>
          <ac:spMkLst>
            <pc:docMk/>
            <pc:sldMk cId="4154311142" sldId="338"/>
            <ac:spMk id="6" creationId="{4E02C84F-F163-E310-D412-63B29C130EEE}"/>
          </ac:spMkLst>
        </pc:spChg>
        <pc:spChg chg="add del mod">
          <ac:chgData name="Valentina Lucia Pispers" userId="9203fd05-879f-4438-919c-4777a49c4f7b" providerId="ADAL" clId="{CAB2CFB3-6737-5784-9908-759E248BCF18}" dt="2026-04-19T15:30:26.432" v="6817" actId="27636"/>
          <ac:spMkLst>
            <pc:docMk/>
            <pc:sldMk cId="4154311142" sldId="338"/>
            <ac:spMk id="8" creationId="{E8C7F5D9-80BC-FCE9-9DBE-83436AC509A6}"/>
          </ac:spMkLst>
        </pc:spChg>
        <pc:spChg chg="add mod">
          <ac:chgData name="Valentina Lucia Pispers" userId="9203fd05-879f-4438-919c-4777a49c4f7b" providerId="ADAL" clId="{CAB2CFB3-6737-5784-9908-759E248BCF18}" dt="2026-04-19T14:44:32.860" v="5688" actId="767"/>
          <ac:spMkLst>
            <pc:docMk/>
            <pc:sldMk cId="4154311142" sldId="338"/>
            <ac:spMk id="10" creationId="{15AC0E15-0B17-EBC7-22B8-35CF57947491}"/>
          </ac:spMkLst>
        </pc:spChg>
        <pc:spChg chg="mod">
          <ac:chgData name="Valentina Lucia Pispers" userId="9203fd05-879f-4438-919c-4777a49c4f7b" providerId="ADAL" clId="{CAB2CFB3-6737-5784-9908-759E248BCF18}" dt="2026-04-19T15:22:21.506" v="6406" actId="20577"/>
          <ac:spMkLst>
            <pc:docMk/>
            <pc:sldMk cId="4154311142" sldId="338"/>
            <ac:spMk id="12" creationId="{B7DC7B7D-3EF8-4716-9D26-33082835950E}"/>
          </ac:spMkLst>
        </pc:spChg>
        <pc:spChg chg="mod">
          <ac:chgData name="Valentina Lucia Pispers" userId="9203fd05-879f-4438-919c-4777a49c4f7b" providerId="ADAL" clId="{CAB2CFB3-6737-5784-9908-759E248BCF18}" dt="2026-04-17T09:38:41.486" v="2348"/>
          <ac:spMkLst>
            <pc:docMk/>
            <pc:sldMk cId="4154311142" sldId="338"/>
            <ac:spMk id="15" creationId="{3176B39F-D653-4595-0E7B-6AFE7DBBFD5E}"/>
          </ac:spMkLst>
        </pc:spChg>
        <pc:spChg chg="add mod">
          <ac:chgData name="Valentina Lucia Pispers" userId="9203fd05-879f-4438-919c-4777a49c4f7b" providerId="ADAL" clId="{CAB2CFB3-6737-5784-9908-759E248BCF18}" dt="2026-04-19T15:28:04.002" v="6765" actId="20577"/>
          <ac:spMkLst>
            <pc:docMk/>
            <pc:sldMk cId="4154311142" sldId="338"/>
            <ac:spMk id="17" creationId="{1F0998C4-BD76-084F-7D1D-BCC7A3B6E21F}"/>
          </ac:spMkLst>
        </pc:spChg>
      </pc:sldChg>
    </pc:docChg>
  </pc:docChgLst>
  <pc:docChgLst>
    <pc:chgData name="Sérgio Miguel M. Teixeira de Carvalho" userId="77f0dfd0-0b46-41a6-8fb7-0b19a9deb8e8" providerId="ADAL" clId="{D2D10CED-B30F-FD4E-AF1F-6FA9AD42AB7D}"/>
    <pc:docChg chg="custSel addSld modSld">
      <pc:chgData name="Sérgio Miguel M. Teixeira de Carvalho" userId="77f0dfd0-0b46-41a6-8fb7-0b19a9deb8e8" providerId="ADAL" clId="{D2D10CED-B30F-FD4E-AF1F-6FA9AD42AB7D}" dt="2026-04-20T19:32:35.766" v="607" actId="1035"/>
      <pc:docMkLst>
        <pc:docMk/>
      </pc:docMkLst>
      <pc:sldChg chg="modSp mod">
        <pc:chgData name="Sérgio Miguel M. Teixeira de Carvalho" userId="77f0dfd0-0b46-41a6-8fb7-0b19a9deb8e8" providerId="ADAL" clId="{D2D10CED-B30F-FD4E-AF1F-6FA9AD42AB7D}" dt="2026-04-20T19:32:35.766" v="607" actId="1035"/>
        <pc:sldMkLst>
          <pc:docMk/>
          <pc:sldMk cId="4143393041" sldId="264"/>
        </pc:sldMkLst>
        <pc:spChg chg="mod">
          <ac:chgData name="Sérgio Miguel M. Teixeira de Carvalho" userId="77f0dfd0-0b46-41a6-8fb7-0b19a9deb8e8" providerId="ADAL" clId="{D2D10CED-B30F-FD4E-AF1F-6FA9AD42AB7D}" dt="2026-04-20T19:32:35.766" v="607" actId="1035"/>
          <ac:spMkLst>
            <pc:docMk/>
            <pc:sldMk cId="4143393041" sldId="264"/>
            <ac:spMk id="4" creationId="{153A0A80-4856-A301-DF7A-B8C399F851E1}"/>
          </ac:spMkLst>
        </pc:spChg>
      </pc:sldChg>
      <pc:sldChg chg="modSp add mod">
        <pc:chgData name="Sérgio Miguel M. Teixeira de Carvalho" userId="77f0dfd0-0b46-41a6-8fb7-0b19a9deb8e8" providerId="ADAL" clId="{D2D10CED-B30F-FD4E-AF1F-6FA9AD42AB7D}" dt="2026-04-18T17:32:21.129" v="7" actId="13926"/>
        <pc:sldMkLst>
          <pc:docMk/>
          <pc:sldMk cId="1435714371" sldId="290"/>
        </pc:sldMkLst>
        <pc:spChg chg="mod">
          <ac:chgData name="Sérgio Miguel M. Teixeira de Carvalho" userId="77f0dfd0-0b46-41a6-8fb7-0b19a9deb8e8" providerId="ADAL" clId="{D2D10CED-B30F-FD4E-AF1F-6FA9AD42AB7D}" dt="2026-04-18T17:32:21.129" v="7" actId="13926"/>
          <ac:spMkLst>
            <pc:docMk/>
            <pc:sldMk cId="1435714371" sldId="290"/>
            <ac:spMk id="3" creationId="{2C145F24-8BB7-148E-A1BA-8571D0E4821F}"/>
          </ac:spMkLst>
        </pc:spChg>
      </pc:sldChg>
      <pc:sldChg chg="add">
        <pc:chgData name="Sérgio Miguel M. Teixeira de Carvalho" userId="77f0dfd0-0b46-41a6-8fb7-0b19a9deb8e8" providerId="ADAL" clId="{D2D10CED-B30F-FD4E-AF1F-6FA9AD42AB7D}" dt="2026-04-20T03:16:21.708" v="243"/>
        <pc:sldMkLst>
          <pc:docMk/>
          <pc:sldMk cId="233747066" sldId="295"/>
        </pc:sldMkLst>
      </pc:sldChg>
      <pc:sldChg chg="addSp delSp modSp mod">
        <pc:chgData name="Sérgio Miguel M. Teixeira de Carvalho" userId="77f0dfd0-0b46-41a6-8fb7-0b19a9deb8e8" providerId="ADAL" clId="{D2D10CED-B30F-FD4E-AF1F-6FA9AD42AB7D}" dt="2026-04-20T12:06:37.890" v="605"/>
        <pc:sldMkLst>
          <pc:docMk/>
          <pc:sldMk cId="4022522953" sldId="310"/>
        </pc:sldMkLst>
        <pc:spChg chg="mod">
          <ac:chgData name="Sérgio Miguel M. Teixeira de Carvalho" userId="77f0dfd0-0b46-41a6-8fb7-0b19a9deb8e8" providerId="ADAL" clId="{D2D10CED-B30F-FD4E-AF1F-6FA9AD42AB7D}" dt="2026-04-20T12:06:37.886" v="577"/>
          <ac:spMkLst>
            <pc:docMk/>
            <pc:sldMk cId="4022522953" sldId="310"/>
            <ac:spMk id="2" creationId="{C86288FB-F8E5-BB77-404F-52323200265D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6" v="578"/>
          <ac:spMkLst>
            <pc:docMk/>
            <pc:sldMk cId="4022522953" sldId="310"/>
            <ac:spMk id="3" creationId="{0C204873-1F26-D038-4D1C-E9BABE95284E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6" v="579"/>
          <ac:spMkLst>
            <pc:docMk/>
            <pc:sldMk cId="4022522953" sldId="310"/>
            <ac:spMk id="4" creationId="{971CF03A-980A-E96F-A785-4762665FED4C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9" v="601"/>
          <ac:spMkLst>
            <pc:docMk/>
            <pc:sldMk cId="4022522953" sldId="310"/>
            <ac:spMk id="5" creationId="{2A060906-234E-E75A-B743-7A6AAC36D9F4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6" v="580"/>
          <ac:spMkLst>
            <pc:docMk/>
            <pc:sldMk cId="4022522953" sldId="310"/>
            <ac:spMk id="6" creationId="{49FD38CC-5171-747E-35CE-C894D1616B9B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6" v="581"/>
          <ac:spMkLst>
            <pc:docMk/>
            <pc:sldMk cId="4022522953" sldId="310"/>
            <ac:spMk id="7" creationId="{BD8FEF75-9BCA-17B8-9D58-69C018DEE492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6" v="582"/>
          <ac:spMkLst>
            <pc:docMk/>
            <pc:sldMk cId="4022522953" sldId="310"/>
            <ac:spMk id="8" creationId="{CAA19EB9-54F2-7EA5-C19F-2686891BE877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7" v="583"/>
          <ac:spMkLst>
            <pc:docMk/>
            <pc:sldMk cId="4022522953" sldId="310"/>
            <ac:spMk id="9" creationId="{5151854B-48A7-DA70-EEDC-351657CB4A85}"/>
          </ac:spMkLst>
        </pc:spChg>
        <pc:spChg chg="add del mod modVis">
          <ac:chgData name="Sérgio Miguel M. Teixeira de Carvalho" userId="77f0dfd0-0b46-41a6-8fb7-0b19a9deb8e8" providerId="ADAL" clId="{D2D10CED-B30F-FD4E-AF1F-6FA9AD42AB7D}" dt="2026-04-20T12:06:37.890" v="603"/>
          <ac:spMkLst>
            <pc:docMk/>
            <pc:sldMk cId="4022522953" sldId="310"/>
            <ac:spMk id="10" creationId="{687542D3-2B68-B9B6-7FE6-0F9D9F4226E3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7" v="584"/>
          <ac:spMkLst>
            <pc:docMk/>
            <pc:sldMk cId="4022522953" sldId="310"/>
            <ac:spMk id="11" creationId="{F9951310-05B6-9366-2B6F-D7640A31FE65}"/>
          </ac:spMkLst>
        </pc:spChg>
        <pc:spChg chg="add mod">
          <ac:chgData name="Sérgio Miguel M. Teixeira de Carvalho" userId="77f0dfd0-0b46-41a6-8fb7-0b19a9deb8e8" providerId="ADAL" clId="{D2D10CED-B30F-FD4E-AF1F-6FA9AD42AB7D}" dt="2026-04-20T12:06:37.888" v="594"/>
          <ac:spMkLst>
            <pc:docMk/>
            <pc:sldMk cId="4022522953" sldId="310"/>
            <ac:spMk id="13" creationId="{5FCAEF30-43EB-109F-1EEB-6E91C6953003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7" v="585"/>
          <ac:spMkLst>
            <pc:docMk/>
            <pc:sldMk cId="4022522953" sldId="310"/>
            <ac:spMk id="15" creationId="{B3A27EAB-BECA-F919-5DCF-BF30A754E472}"/>
          </ac:spMkLst>
        </pc:spChg>
        <pc:spChg chg="add mod">
          <ac:chgData name="Sérgio Miguel M. Teixeira de Carvalho" userId="77f0dfd0-0b46-41a6-8fb7-0b19a9deb8e8" providerId="ADAL" clId="{D2D10CED-B30F-FD4E-AF1F-6FA9AD42AB7D}" dt="2026-04-20T12:06:37.888" v="595"/>
          <ac:spMkLst>
            <pc:docMk/>
            <pc:sldMk cId="4022522953" sldId="310"/>
            <ac:spMk id="16" creationId="{8D0B9BC2-B84B-F006-0413-9484F987A075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7" v="587"/>
          <ac:spMkLst>
            <pc:docMk/>
            <pc:sldMk cId="4022522953" sldId="310"/>
            <ac:spMk id="17" creationId="{82669C4F-9DDD-3C82-C09B-0DEE46DF681E}"/>
          </ac:spMkLst>
        </pc:spChg>
        <pc:spChg chg="add mod">
          <ac:chgData name="Sérgio Miguel M. Teixeira de Carvalho" userId="77f0dfd0-0b46-41a6-8fb7-0b19a9deb8e8" providerId="ADAL" clId="{D2D10CED-B30F-FD4E-AF1F-6FA9AD42AB7D}" dt="2026-04-20T12:06:37.889" v="596"/>
          <ac:spMkLst>
            <pc:docMk/>
            <pc:sldMk cId="4022522953" sldId="310"/>
            <ac:spMk id="18" creationId="{7FC4E25E-D92D-B95D-77BF-39F77BEB9A8E}"/>
          </ac:spMkLst>
        </pc:spChg>
        <pc:spChg chg="add mod">
          <ac:chgData name="Sérgio Miguel M. Teixeira de Carvalho" userId="77f0dfd0-0b46-41a6-8fb7-0b19a9deb8e8" providerId="ADAL" clId="{D2D10CED-B30F-FD4E-AF1F-6FA9AD42AB7D}" dt="2026-04-20T12:06:37.889" v="597"/>
          <ac:spMkLst>
            <pc:docMk/>
            <pc:sldMk cId="4022522953" sldId="310"/>
            <ac:spMk id="19" creationId="{EDD911E4-B25B-2DAE-0D46-C3F94439A3DB}"/>
          </ac:spMkLst>
        </pc:spChg>
        <pc:spChg chg="add mod">
          <ac:chgData name="Sérgio Miguel M. Teixeira de Carvalho" userId="77f0dfd0-0b46-41a6-8fb7-0b19a9deb8e8" providerId="ADAL" clId="{D2D10CED-B30F-FD4E-AF1F-6FA9AD42AB7D}" dt="2026-04-20T12:06:37.889" v="598"/>
          <ac:spMkLst>
            <pc:docMk/>
            <pc:sldMk cId="4022522953" sldId="310"/>
            <ac:spMk id="20" creationId="{89020ADB-2B7A-B0A6-1A3F-7C623A749EE7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8" v="589"/>
          <ac:spMkLst>
            <pc:docMk/>
            <pc:sldMk cId="4022522953" sldId="310"/>
            <ac:spMk id="30" creationId="{981119F3-CAE1-322F-584B-8307750045A6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8" v="590"/>
          <ac:spMkLst>
            <pc:docMk/>
            <pc:sldMk cId="4022522953" sldId="310"/>
            <ac:spMk id="32" creationId="{981119F3-CAE1-322F-584B-8307750045A6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8" v="591"/>
          <ac:spMkLst>
            <pc:docMk/>
            <pc:sldMk cId="4022522953" sldId="310"/>
            <ac:spMk id="33" creationId="{981119F3-CAE1-322F-584B-8307750045A6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9" v="600"/>
          <ac:spMkLst>
            <pc:docMk/>
            <pc:sldMk cId="4022522953" sldId="310"/>
            <ac:spMk id="34" creationId="{981119F3-CAE1-322F-584B-8307750045A6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8" v="592"/>
          <ac:spMkLst>
            <pc:docMk/>
            <pc:sldMk cId="4022522953" sldId="310"/>
            <ac:spMk id="44" creationId="{E3D18DFC-EED6-C8F0-EF40-B6D818E87F3B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8" v="593"/>
          <ac:spMkLst>
            <pc:docMk/>
            <pc:sldMk cId="4022522953" sldId="310"/>
            <ac:spMk id="45" creationId="{47225BC4-B092-DB81-764B-61C2B9FE995B}"/>
          </ac:spMkLst>
        </pc:spChg>
        <pc:spChg chg="mod">
          <ac:chgData name="Sérgio Miguel M. Teixeira de Carvalho" userId="77f0dfd0-0b46-41a6-8fb7-0b19a9deb8e8" providerId="ADAL" clId="{D2D10CED-B30F-FD4E-AF1F-6FA9AD42AB7D}" dt="2026-04-20T12:06:37.889" v="599"/>
          <ac:spMkLst>
            <pc:docMk/>
            <pc:sldMk cId="4022522953" sldId="310"/>
            <ac:spMk id="53" creationId="{CB8D47E9-52B0-4EF2-685A-5F4C7A238E75}"/>
          </ac:spMkLst>
        </pc:spChg>
        <pc:graphicFrameChg chg="mod">
          <ac:chgData name="Sérgio Miguel M. Teixeira de Carvalho" userId="77f0dfd0-0b46-41a6-8fb7-0b19a9deb8e8" providerId="ADAL" clId="{D2D10CED-B30F-FD4E-AF1F-6FA9AD42AB7D}" dt="2026-04-20T12:06:37.887" v="586"/>
          <ac:graphicFrameMkLst>
            <pc:docMk/>
            <pc:sldMk cId="4022522953" sldId="310"/>
            <ac:graphicFrameMk id="12" creationId="{00000000-0008-0000-0800-0000A8000000}"/>
          </ac:graphicFrameMkLst>
        </pc:graphicFrameChg>
        <pc:graphicFrameChg chg="mod">
          <ac:chgData name="Sérgio Miguel M. Teixeira de Carvalho" userId="77f0dfd0-0b46-41a6-8fb7-0b19a9deb8e8" providerId="ADAL" clId="{D2D10CED-B30F-FD4E-AF1F-6FA9AD42AB7D}" dt="2026-04-20T12:06:37.890" v="605"/>
          <ac:graphicFrameMkLst>
            <pc:docMk/>
            <pc:sldMk cId="4022522953" sldId="310"/>
            <ac:graphicFrameMk id="14" creationId="{FF172B35-BED6-58BC-45F0-06F8EE8AA017}"/>
          </ac:graphicFrameMkLst>
        </pc:graphicFrameChg>
        <pc:graphicFrameChg chg="add mod">
          <ac:chgData name="Sérgio Miguel M. Teixeira de Carvalho" userId="77f0dfd0-0b46-41a6-8fb7-0b19a9deb8e8" providerId="ADAL" clId="{D2D10CED-B30F-FD4E-AF1F-6FA9AD42AB7D}" dt="2026-04-20T12:06:37.887" v="588"/>
          <ac:graphicFrameMkLst>
            <pc:docMk/>
            <pc:sldMk cId="4022522953" sldId="310"/>
            <ac:graphicFrameMk id="21" creationId="{259B6E65-05D1-180D-A3A4-3E5A5BB66392}"/>
          </ac:graphicFrameMkLst>
        </pc:graphicFrameChg>
        <pc:graphicFrameChg chg="del">
          <ac:chgData name="Sérgio Miguel M. Teixeira de Carvalho" userId="77f0dfd0-0b46-41a6-8fb7-0b19a9deb8e8" providerId="ADAL" clId="{D2D10CED-B30F-FD4E-AF1F-6FA9AD42AB7D}" dt="2026-04-20T12:06:37.880" v="571"/>
          <ac:graphicFrameMkLst>
            <pc:docMk/>
            <pc:sldMk cId="4022522953" sldId="310"/>
            <ac:graphicFrameMk id="67" creationId="{4510EB13-A8A8-2CBC-521B-3C8183079E03}"/>
          </ac:graphicFrameMkLst>
        </pc:graphicFrameChg>
      </pc:sldChg>
      <pc:sldChg chg="modSp add mod">
        <pc:chgData name="Sérgio Miguel M. Teixeira de Carvalho" userId="77f0dfd0-0b46-41a6-8fb7-0b19a9deb8e8" providerId="ADAL" clId="{D2D10CED-B30F-FD4E-AF1F-6FA9AD42AB7D}" dt="2026-04-18T17:31:18.693" v="6" actId="13926"/>
        <pc:sldMkLst>
          <pc:docMk/>
          <pc:sldMk cId="964747918" sldId="334"/>
        </pc:sldMkLst>
        <pc:spChg chg="mod">
          <ac:chgData name="Sérgio Miguel M. Teixeira de Carvalho" userId="77f0dfd0-0b46-41a6-8fb7-0b19a9deb8e8" providerId="ADAL" clId="{D2D10CED-B30F-FD4E-AF1F-6FA9AD42AB7D}" dt="2026-04-18T17:31:18.693" v="6" actId="13926"/>
          <ac:spMkLst>
            <pc:docMk/>
            <pc:sldMk cId="964747918" sldId="334"/>
            <ac:spMk id="3" creationId="{9B8056FF-9035-85A5-6C36-CD52D3370A0F}"/>
          </ac:spMkLst>
        </pc:spChg>
      </pc:sldChg>
      <pc:sldChg chg="addSp delSp modSp add mod">
        <pc:chgData name="Sérgio Miguel M. Teixeira de Carvalho" userId="77f0dfd0-0b46-41a6-8fb7-0b19a9deb8e8" providerId="ADAL" clId="{D2D10CED-B30F-FD4E-AF1F-6FA9AD42AB7D}" dt="2026-04-20T02:21:02.336" v="242"/>
        <pc:sldMkLst>
          <pc:docMk/>
          <pc:sldMk cId="1564884376" sldId="336"/>
        </pc:sldMkLst>
        <pc:spChg chg="mod">
          <ac:chgData name="Sérgio Miguel M. Teixeira de Carvalho" userId="77f0dfd0-0b46-41a6-8fb7-0b19a9deb8e8" providerId="ADAL" clId="{D2D10CED-B30F-FD4E-AF1F-6FA9AD42AB7D}" dt="2026-04-20T02:20:46.177" v="123" actId="299"/>
          <ac:spMkLst>
            <pc:docMk/>
            <pc:sldMk cId="1564884376" sldId="336"/>
            <ac:spMk id="2" creationId="{48A23A72-C2E1-2B9D-D003-431A274F8230}"/>
          </ac:spMkLst>
        </pc:spChg>
        <pc:spChg chg="mod">
          <ac:chgData name="Sérgio Miguel M. Teixeira de Carvalho" userId="77f0dfd0-0b46-41a6-8fb7-0b19a9deb8e8" providerId="ADAL" clId="{D2D10CED-B30F-FD4E-AF1F-6FA9AD42AB7D}" dt="2026-04-18T17:30:15.133" v="4" actId="13926"/>
          <ac:spMkLst>
            <pc:docMk/>
            <pc:sldMk cId="1564884376" sldId="336"/>
            <ac:spMk id="3" creationId="{FA0F67A0-C421-24F6-E3A3-736EAD3BA2CE}"/>
          </ac:spMkLst>
        </pc:spChg>
        <pc:spChg chg="add del mod modVis">
          <ac:chgData name="Sérgio Miguel M. Teixeira de Carvalho" userId="77f0dfd0-0b46-41a6-8fb7-0b19a9deb8e8" providerId="ADAL" clId="{D2D10CED-B30F-FD4E-AF1F-6FA9AD42AB7D}" dt="2026-04-20T02:20:46.253" v="179"/>
          <ac:spMkLst>
            <pc:docMk/>
            <pc:sldMk cId="1564884376" sldId="336"/>
            <ac:spMk id="7" creationId="{62181BE8-4CEC-52D6-7102-C0048DA0B856}"/>
          </ac:spMkLst>
        </pc:spChg>
        <pc:spChg chg="mod">
          <ac:chgData name="Sérgio Miguel M. Teixeira de Carvalho" userId="77f0dfd0-0b46-41a6-8fb7-0b19a9deb8e8" providerId="ADAL" clId="{D2D10CED-B30F-FD4E-AF1F-6FA9AD42AB7D}" dt="2026-04-20T02:20:46.113" v="38"/>
          <ac:spMkLst>
            <pc:docMk/>
            <pc:sldMk cId="1564884376" sldId="336"/>
            <ac:spMk id="9" creationId="{BC7924F0-5E0F-927A-DF91-755A5D8F3752}"/>
          </ac:spMkLst>
        </pc:spChg>
        <pc:spChg chg="mod">
          <ac:chgData name="Sérgio Miguel M. Teixeira de Carvalho" userId="77f0dfd0-0b46-41a6-8fb7-0b19a9deb8e8" providerId="ADAL" clId="{D2D10CED-B30F-FD4E-AF1F-6FA9AD42AB7D}" dt="2026-04-20T02:20:46.121" v="47"/>
          <ac:spMkLst>
            <pc:docMk/>
            <pc:sldMk cId="1564884376" sldId="336"/>
            <ac:spMk id="10" creationId="{C58DD419-A957-18E7-1EEB-B5F88BDEFAFF}"/>
          </ac:spMkLst>
        </pc:spChg>
        <pc:spChg chg="mod">
          <ac:chgData name="Sérgio Miguel M. Teixeira de Carvalho" userId="77f0dfd0-0b46-41a6-8fb7-0b19a9deb8e8" providerId="ADAL" clId="{D2D10CED-B30F-FD4E-AF1F-6FA9AD42AB7D}" dt="2026-04-20T02:20:46.129" v="56"/>
          <ac:spMkLst>
            <pc:docMk/>
            <pc:sldMk cId="1564884376" sldId="336"/>
            <ac:spMk id="12" creationId="{EA260426-5216-04B4-5A37-5997A6FC71BC}"/>
          </ac:spMkLst>
        </pc:spChg>
        <pc:spChg chg="mod">
          <ac:chgData name="Sérgio Miguel M. Teixeira de Carvalho" userId="77f0dfd0-0b46-41a6-8fb7-0b19a9deb8e8" providerId="ADAL" clId="{D2D10CED-B30F-FD4E-AF1F-6FA9AD42AB7D}" dt="2026-04-20T02:20:46.134" v="64"/>
          <ac:spMkLst>
            <pc:docMk/>
            <pc:sldMk cId="1564884376" sldId="336"/>
            <ac:spMk id="13" creationId="{775A3E06-3307-6D3B-224E-7EE4109A1EF1}"/>
          </ac:spMkLst>
        </pc:spChg>
        <pc:spChg chg="mod">
          <ac:chgData name="Sérgio Miguel M. Teixeira de Carvalho" userId="77f0dfd0-0b46-41a6-8fb7-0b19a9deb8e8" providerId="ADAL" clId="{D2D10CED-B30F-FD4E-AF1F-6FA9AD42AB7D}" dt="2026-04-20T02:20:46.141" v="73"/>
          <ac:spMkLst>
            <pc:docMk/>
            <pc:sldMk cId="1564884376" sldId="336"/>
            <ac:spMk id="15" creationId="{EF97655E-D79E-CB82-4869-C88EB22A63DD}"/>
          </ac:spMkLst>
        </pc:spChg>
        <pc:spChg chg="mod">
          <ac:chgData name="Sérgio Miguel M. Teixeira de Carvalho" userId="77f0dfd0-0b46-41a6-8fb7-0b19a9deb8e8" providerId="ADAL" clId="{D2D10CED-B30F-FD4E-AF1F-6FA9AD42AB7D}" dt="2026-04-20T02:20:46.206" v="151" actId="948"/>
          <ac:spMkLst>
            <pc:docMk/>
            <pc:sldMk cId="1564884376" sldId="336"/>
            <ac:spMk id="16" creationId="{201C46DD-C99E-7513-7260-DAC4B6EB2474}"/>
          </ac:spMkLst>
        </pc:spChg>
        <pc:spChg chg="mod">
          <ac:chgData name="Sérgio Miguel M. Teixeira de Carvalho" userId="77f0dfd0-0b46-41a6-8fb7-0b19a9deb8e8" providerId="ADAL" clId="{D2D10CED-B30F-FD4E-AF1F-6FA9AD42AB7D}" dt="2026-04-20T02:20:20.351" v="11" actId="20577"/>
          <ac:spMkLst>
            <pc:docMk/>
            <pc:sldMk cId="1564884376" sldId="336"/>
            <ac:spMk id="22" creationId="{4187BB19-3C28-03D2-263F-E0A57247944C}"/>
          </ac:spMkLst>
        </pc:spChg>
        <pc:spChg chg="mod">
          <ac:chgData name="Sérgio Miguel M. Teixeira de Carvalho" userId="77f0dfd0-0b46-41a6-8fb7-0b19a9deb8e8" providerId="ADAL" clId="{D2D10CED-B30F-FD4E-AF1F-6FA9AD42AB7D}" dt="2026-04-20T02:20:17.631" v="9" actId="20577"/>
          <ac:spMkLst>
            <pc:docMk/>
            <pc:sldMk cId="1564884376" sldId="336"/>
            <ac:spMk id="25" creationId="{63C4F818-E74E-061E-3B08-1557D270A5E7}"/>
          </ac:spMkLst>
        </pc:spChg>
        <pc:spChg chg="mod">
          <ac:chgData name="Sérgio Miguel M. Teixeira de Carvalho" userId="77f0dfd0-0b46-41a6-8fb7-0b19a9deb8e8" providerId="ADAL" clId="{D2D10CED-B30F-FD4E-AF1F-6FA9AD42AB7D}" dt="2026-04-20T02:20:46.217" v="166" actId="948"/>
          <ac:spMkLst>
            <pc:docMk/>
            <pc:sldMk cId="1564884376" sldId="336"/>
            <ac:spMk id="69" creationId="{BE251169-067F-0346-CEA5-DDF5886A15CC}"/>
          </ac:spMkLst>
        </pc:spChg>
        <pc:spChg chg="mod">
          <ac:chgData name="Sérgio Miguel M. Teixeira de Carvalho" userId="77f0dfd0-0b46-41a6-8fb7-0b19a9deb8e8" providerId="ADAL" clId="{D2D10CED-B30F-FD4E-AF1F-6FA9AD42AB7D}" dt="2026-04-20T02:20:51.056" v="201"/>
          <ac:spMkLst>
            <pc:docMk/>
            <pc:sldMk cId="1564884376" sldId="336"/>
            <ac:spMk id="70" creationId="{AB082DC2-5D82-6E0F-3A22-9FF9AF7BEC5B}"/>
          </ac:spMkLst>
        </pc:spChg>
        <pc:spChg chg="mod">
          <ac:chgData name="Sérgio Miguel M. Teixeira de Carvalho" userId="77f0dfd0-0b46-41a6-8fb7-0b19a9deb8e8" providerId="ADAL" clId="{D2D10CED-B30F-FD4E-AF1F-6FA9AD42AB7D}" dt="2026-04-20T02:20:51.056" v="203"/>
          <ac:spMkLst>
            <pc:docMk/>
            <pc:sldMk cId="1564884376" sldId="336"/>
            <ac:spMk id="71" creationId="{53E661A0-BAAF-F83B-DF4C-1B57ABCF9EA9}"/>
          </ac:spMkLst>
        </pc:spChg>
        <pc:spChg chg="mod">
          <ac:chgData name="Sérgio Miguel M. Teixeira de Carvalho" userId="77f0dfd0-0b46-41a6-8fb7-0b19a9deb8e8" providerId="ADAL" clId="{D2D10CED-B30F-FD4E-AF1F-6FA9AD42AB7D}" dt="2026-04-20T02:20:51.057" v="205"/>
          <ac:spMkLst>
            <pc:docMk/>
            <pc:sldMk cId="1564884376" sldId="336"/>
            <ac:spMk id="72" creationId="{DCA3CD4D-7A99-9521-07A8-52A217B6610B}"/>
          </ac:spMkLst>
        </pc:spChg>
        <pc:spChg chg="mod">
          <ac:chgData name="Sérgio Miguel M. Teixeira de Carvalho" userId="77f0dfd0-0b46-41a6-8fb7-0b19a9deb8e8" providerId="ADAL" clId="{D2D10CED-B30F-FD4E-AF1F-6FA9AD42AB7D}" dt="2026-04-20T02:20:51.057" v="206"/>
          <ac:spMkLst>
            <pc:docMk/>
            <pc:sldMk cId="1564884376" sldId="336"/>
            <ac:spMk id="73" creationId="{B8CAC38A-AC5A-468C-6F94-EB81D0FEAD5A}"/>
          </ac:spMkLst>
        </pc:spChg>
        <pc:spChg chg="mod">
          <ac:chgData name="Sérgio Miguel M. Teixeira de Carvalho" userId="77f0dfd0-0b46-41a6-8fb7-0b19a9deb8e8" providerId="ADAL" clId="{D2D10CED-B30F-FD4E-AF1F-6FA9AD42AB7D}" dt="2026-04-20T02:20:51.057" v="204"/>
          <ac:spMkLst>
            <pc:docMk/>
            <pc:sldMk cId="1564884376" sldId="336"/>
            <ac:spMk id="74" creationId="{ED72C0B5-7AC7-D8CF-D1EA-720E77125B0A}"/>
          </ac:spMkLst>
        </pc:spChg>
        <pc:spChg chg="mod">
          <ac:chgData name="Sérgio Miguel M. Teixeira de Carvalho" userId="77f0dfd0-0b46-41a6-8fb7-0b19a9deb8e8" providerId="ADAL" clId="{D2D10CED-B30F-FD4E-AF1F-6FA9AD42AB7D}" dt="2026-04-20T02:20:51.056" v="202"/>
          <ac:spMkLst>
            <pc:docMk/>
            <pc:sldMk cId="1564884376" sldId="336"/>
            <ac:spMk id="75" creationId="{8C697DB3-7240-6368-064E-E404B58A5FC9}"/>
          </ac:spMkLst>
        </pc:spChg>
        <pc:spChg chg="mod">
          <ac:chgData name="Sérgio Miguel M. Teixeira de Carvalho" userId="77f0dfd0-0b46-41a6-8fb7-0b19a9deb8e8" providerId="ADAL" clId="{D2D10CED-B30F-FD4E-AF1F-6FA9AD42AB7D}" dt="2026-04-20T02:21:02.334" v="234"/>
          <ac:spMkLst>
            <pc:docMk/>
            <pc:sldMk cId="1564884376" sldId="336"/>
            <ac:spMk id="126" creationId="{4E6BBB6E-2B49-92B4-A169-0F6A36ADD801}"/>
          </ac:spMkLst>
        </pc:spChg>
        <pc:spChg chg="mod">
          <ac:chgData name="Sérgio Miguel M. Teixeira de Carvalho" userId="77f0dfd0-0b46-41a6-8fb7-0b19a9deb8e8" providerId="ADAL" clId="{D2D10CED-B30F-FD4E-AF1F-6FA9AD42AB7D}" dt="2026-04-20T02:21:02.335" v="240"/>
          <ac:spMkLst>
            <pc:docMk/>
            <pc:sldMk cId="1564884376" sldId="336"/>
            <ac:spMk id="128" creationId="{BA5035AF-3504-1BE1-4C84-D54FD7AC707D}"/>
          </ac:spMkLst>
        </pc:spChg>
        <pc:spChg chg="mod">
          <ac:chgData name="Sérgio Miguel M. Teixeira de Carvalho" userId="77f0dfd0-0b46-41a6-8fb7-0b19a9deb8e8" providerId="ADAL" clId="{D2D10CED-B30F-FD4E-AF1F-6FA9AD42AB7D}" dt="2026-04-20T02:21:02.334" v="236"/>
          <ac:spMkLst>
            <pc:docMk/>
            <pc:sldMk cId="1564884376" sldId="336"/>
            <ac:spMk id="129" creationId="{9B46BDF6-4239-1355-E6C3-9EBFFC740C7E}"/>
          </ac:spMkLst>
        </pc:spChg>
        <pc:spChg chg="mod">
          <ac:chgData name="Sérgio Miguel M. Teixeira de Carvalho" userId="77f0dfd0-0b46-41a6-8fb7-0b19a9deb8e8" providerId="ADAL" clId="{D2D10CED-B30F-FD4E-AF1F-6FA9AD42AB7D}" dt="2026-04-20T02:21:02.335" v="238"/>
          <ac:spMkLst>
            <pc:docMk/>
            <pc:sldMk cId="1564884376" sldId="336"/>
            <ac:spMk id="130" creationId="{FAD84D8B-8FE7-DE39-A243-44A8F46F81CA}"/>
          </ac:spMkLst>
        </pc:spChg>
        <pc:spChg chg="mod">
          <ac:chgData name="Sérgio Miguel M. Teixeira de Carvalho" userId="77f0dfd0-0b46-41a6-8fb7-0b19a9deb8e8" providerId="ADAL" clId="{D2D10CED-B30F-FD4E-AF1F-6FA9AD42AB7D}" dt="2026-04-20T02:21:02.333" v="233"/>
          <ac:spMkLst>
            <pc:docMk/>
            <pc:sldMk cId="1564884376" sldId="336"/>
            <ac:spMk id="131" creationId="{8097C9EE-E4DE-461A-058A-D51F71CE69A9}"/>
          </ac:spMkLst>
        </pc:spChg>
        <pc:spChg chg="mod">
          <ac:chgData name="Sérgio Miguel M. Teixeira de Carvalho" userId="77f0dfd0-0b46-41a6-8fb7-0b19a9deb8e8" providerId="ADAL" clId="{D2D10CED-B30F-FD4E-AF1F-6FA9AD42AB7D}" dt="2026-04-20T02:21:02.334" v="235"/>
          <ac:spMkLst>
            <pc:docMk/>
            <pc:sldMk cId="1564884376" sldId="336"/>
            <ac:spMk id="132" creationId="{8369455D-8E33-FCB8-10F8-46421FF9608E}"/>
          </ac:spMkLst>
        </pc:spChg>
        <pc:spChg chg="mod">
          <ac:chgData name="Sérgio Miguel M. Teixeira de Carvalho" userId="77f0dfd0-0b46-41a6-8fb7-0b19a9deb8e8" providerId="ADAL" clId="{D2D10CED-B30F-FD4E-AF1F-6FA9AD42AB7D}" dt="2026-04-20T02:21:02.335" v="237"/>
          <ac:spMkLst>
            <pc:docMk/>
            <pc:sldMk cId="1564884376" sldId="336"/>
            <ac:spMk id="133" creationId="{17DCCFA7-7162-3935-A6B8-980346C64CD8}"/>
          </ac:spMkLst>
        </pc:spChg>
        <pc:spChg chg="mod">
          <ac:chgData name="Sérgio Miguel M. Teixeira de Carvalho" userId="77f0dfd0-0b46-41a6-8fb7-0b19a9deb8e8" providerId="ADAL" clId="{D2D10CED-B30F-FD4E-AF1F-6FA9AD42AB7D}" dt="2026-04-20T02:21:02.335" v="239"/>
          <ac:spMkLst>
            <pc:docMk/>
            <pc:sldMk cId="1564884376" sldId="336"/>
            <ac:spMk id="134" creationId="{49756735-A756-A11B-F21A-8D525BAE57FB}"/>
          </ac:spMkLst>
        </pc:spChg>
        <pc:graphicFrameChg chg="mod">
          <ac:chgData name="Sérgio Miguel M. Teixeira de Carvalho" userId="77f0dfd0-0b46-41a6-8fb7-0b19a9deb8e8" providerId="ADAL" clId="{D2D10CED-B30F-FD4E-AF1F-6FA9AD42AB7D}" dt="2026-04-20T02:21:02.336" v="242"/>
          <ac:graphicFrameMkLst>
            <pc:docMk/>
            <pc:sldMk cId="1564884376" sldId="336"/>
            <ac:graphicFrameMk id="20" creationId="{67A65022-AD3E-2136-6A3C-F90A477A3A43}"/>
          </ac:graphicFrameMkLst>
        </pc:graphicFrameChg>
      </pc:sldChg>
    </pc:docChg>
  </pc:docChgLst>
  <pc:docChgLst>
    <pc:chgData name="Jayamy Diala Camacho Monteiro" userId="244d8470-8c86-486b-9a54-8921d9b16eff" providerId="ADAL" clId="{4C09A19F-881D-457B-9EA8-68D7C8A37664}"/>
    <pc:docChg chg="undo custSel addSld modSld modSection">
      <pc:chgData name="Jayamy Diala Camacho Monteiro" userId="244d8470-8c86-486b-9a54-8921d9b16eff" providerId="ADAL" clId="{4C09A19F-881D-457B-9EA8-68D7C8A37664}" dt="2026-04-16T11:52:42.451" v="648" actId="20577"/>
      <pc:docMkLst>
        <pc:docMk/>
      </pc:docMkLst>
      <pc:sldChg chg="addSp modSp mod">
        <pc:chgData name="Jayamy Diala Camacho Monteiro" userId="244d8470-8c86-486b-9a54-8921d9b16eff" providerId="ADAL" clId="{4C09A19F-881D-457B-9EA8-68D7C8A37664}" dt="2026-04-16T11:22:44.605" v="99" actId="171"/>
        <pc:sldMkLst>
          <pc:docMk/>
          <pc:sldMk cId="2544812054" sldId="303"/>
        </pc:sldMkLst>
        <pc:spChg chg="mod">
          <ac:chgData name="Jayamy Diala Camacho Monteiro" userId="244d8470-8c86-486b-9a54-8921d9b16eff" providerId="ADAL" clId="{4C09A19F-881D-457B-9EA8-68D7C8A37664}" dt="2026-04-16T11:22:08.656" v="89" actId="14100"/>
          <ac:spMkLst>
            <pc:docMk/>
            <pc:sldMk cId="2544812054" sldId="303"/>
            <ac:spMk id="11" creationId="{C2F844FD-7A9C-F000-31E8-FF4B7623F3A9}"/>
          </ac:spMkLst>
        </pc:spChg>
      </pc:sldChg>
      <pc:sldChg chg="addSp delSp modSp mod">
        <pc:chgData name="Jayamy Diala Camacho Monteiro" userId="244d8470-8c86-486b-9a54-8921d9b16eff" providerId="ADAL" clId="{4C09A19F-881D-457B-9EA8-68D7C8A37664}" dt="2026-04-16T11:30:54.253" v="109" actId="14100"/>
        <pc:sldMkLst>
          <pc:docMk/>
          <pc:sldMk cId="1209917667" sldId="304"/>
        </pc:sldMkLst>
        <pc:graphicFrameChg chg="add mod">
          <ac:chgData name="Jayamy Diala Camacho Monteiro" userId="244d8470-8c86-486b-9a54-8921d9b16eff" providerId="ADAL" clId="{4C09A19F-881D-457B-9EA8-68D7C8A37664}" dt="2026-04-16T11:30:54.253" v="109" actId="14100"/>
          <ac:graphicFrameMkLst>
            <pc:docMk/>
            <pc:sldMk cId="1209917667" sldId="304"/>
            <ac:graphicFrameMk id="10" creationId="{00000000-0008-0000-0800-000099000000}"/>
          </ac:graphicFrameMkLst>
        </pc:graphicFrameChg>
      </pc:sldChg>
      <pc:sldChg chg="addSp delSp modSp mod">
        <pc:chgData name="Jayamy Diala Camacho Monteiro" userId="244d8470-8c86-486b-9a54-8921d9b16eff" providerId="ADAL" clId="{4C09A19F-881D-457B-9EA8-68D7C8A37664}" dt="2026-04-16T11:31:30.235" v="116" actId="14100"/>
        <pc:sldMkLst>
          <pc:docMk/>
          <pc:sldMk cId="2569366682" sldId="305"/>
        </pc:sldMkLst>
        <pc:graphicFrameChg chg="add mod">
          <ac:chgData name="Jayamy Diala Camacho Monteiro" userId="244d8470-8c86-486b-9a54-8921d9b16eff" providerId="ADAL" clId="{4C09A19F-881D-457B-9EA8-68D7C8A37664}" dt="2026-04-16T11:31:30.235" v="116" actId="14100"/>
          <ac:graphicFrameMkLst>
            <pc:docMk/>
            <pc:sldMk cId="2569366682" sldId="305"/>
            <ac:graphicFrameMk id="12" creationId="{00000000-0008-0000-0800-00009A000000}"/>
          </ac:graphicFrameMkLst>
        </pc:graphicFrameChg>
      </pc:sldChg>
      <pc:sldChg chg="addSp delSp modSp mod">
        <pc:chgData name="Jayamy Diala Camacho Monteiro" userId="244d8470-8c86-486b-9a54-8921d9b16eff" providerId="ADAL" clId="{4C09A19F-881D-457B-9EA8-68D7C8A37664}" dt="2026-04-16T11:32:10.061" v="124" actId="14100"/>
        <pc:sldMkLst>
          <pc:docMk/>
          <pc:sldMk cId="83427112" sldId="306"/>
        </pc:sldMkLst>
        <pc:graphicFrameChg chg="add mod">
          <ac:chgData name="Jayamy Diala Camacho Monteiro" userId="244d8470-8c86-486b-9a54-8921d9b16eff" providerId="ADAL" clId="{4C09A19F-881D-457B-9EA8-68D7C8A37664}" dt="2026-04-16T11:32:10.061" v="124" actId="14100"/>
          <ac:graphicFrameMkLst>
            <pc:docMk/>
            <pc:sldMk cId="83427112" sldId="306"/>
            <ac:graphicFrameMk id="13" creationId="{00000000-0008-0000-0800-00009B000000}"/>
          </ac:graphicFrameMkLst>
        </pc:graphicFrameChg>
      </pc:sldChg>
      <pc:sldChg chg="addSp delSp modSp mod">
        <pc:chgData name="Jayamy Diala Camacho Monteiro" userId="244d8470-8c86-486b-9a54-8921d9b16eff" providerId="ADAL" clId="{4C09A19F-881D-457B-9EA8-68D7C8A37664}" dt="2026-04-16T11:32:38.787" v="131" actId="14100"/>
        <pc:sldMkLst>
          <pc:docMk/>
          <pc:sldMk cId="3708922200" sldId="309"/>
        </pc:sldMkLst>
        <pc:graphicFrameChg chg="add mod">
          <ac:chgData name="Jayamy Diala Camacho Monteiro" userId="244d8470-8c86-486b-9a54-8921d9b16eff" providerId="ADAL" clId="{4C09A19F-881D-457B-9EA8-68D7C8A37664}" dt="2026-04-16T11:32:38.787" v="131" actId="14100"/>
          <ac:graphicFrameMkLst>
            <pc:docMk/>
            <pc:sldMk cId="3708922200" sldId="309"/>
            <ac:graphicFrameMk id="12" creationId="{00000000-0008-0000-0800-00009C000000}"/>
          </ac:graphicFrameMkLst>
        </pc:graphicFrameChg>
      </pc:sldChg>
      <pc:sldChg chg="addSp delSp modSp mod">
        <pc:chgData name="Jayamy Diala Camacho Monteiro" userId="244d8470-8c86-486b-9a54-8921d9b16eff" providerId="ADAL" clId="{4C09A19F-881D-457B-9EA8-68D7C8A37664}" dt="2026-04-16T11:33:03.691" v="137" actId="14100"/>
        <pc:sldMkLst>
          <pc:docMk/>
          <pc:sldMk cId="4022522953" sldId="310"/>
        </pc:sldMkLst>
        <pc:graphicFrameChg chg="add mod">
          <ac:chgData name="Jayamy Diala Camacho Monteiro" userId="244d8470-8c86-486b-9a54-8921d9b16eff" providerId="ADAL" clId="{4C09A19F-881D-457B-9EA8-68D7C8A37664}" dt="2026-04-16T11:33:03.691" v="137" actId="14100"/>
          <ac:graphicFrameMkLst>
            <pc:docMk/>
            <pc:sldMk cId="4022522953" sldId="310"/>
            <ac:graphicFrameMk id="12" creationId="{00000000-0008-0000-0800-0000A8000000}"/>
          </ac:graphicFrameMkLst>
        </pc:graphicFrameChg>
      </pc:sldChg>
      <pc:sldChg chg="modSp mod">
        <pc:chgData name="Jayamy Diala Camacho Monteiro" userId="244d8470-8c86-486b-9a54-8921d9b16eff" providerId="ADAL" clId="{4C09A19F-881D-457B-9EA8-68D7C8A37664}" dt="2026-04-16T11:42:10.480" v="518" actId="20577"/>
        <pc:sldMkLst>
          <pc:docMk/>
          <pc:sldMk cId="219068191" sldId="311"/>
        </pc:sldMkLst>
        <pc:graphicFrameChg chg="mod modGraphic">
          <ac:chgData name="Jayamy Diala Camacho Monteiro" userId="244d8470-8c86-486b-9a54-8921d9b16eff" providerId="ADAL" clId="{4C09A19F-881D-457B-9EA8-68D7C8A37664}" dt="2026-04-16T11:42:10.480" v="518" actId="20577"/>
          <ac:graphicFrameMkLst>
            <pc:docMk/>
            <pc:sldMk cId="219068191" sldId="311"/>
            <ac:graphicFrameMk id="10" creationId="{11AAA48E-BC79-02DA-1C80-C7A4DB0E8EB0}"/>
          </ac:graphicFrameMkLst>
        </pc:graphicFrameChg>
      </pc:sldChg>
      <pc:sldChg chg="modSp mod">
        <pc:chgData name="Jayamy Diala Camacho Monteiro" userId="244d8470-8c86-486b-9a54-8921d9b16eff" providerId="ADAL" clId="{4C09A19F-881D-457B-9EA8-68D7C8A37664}" dt="2026-04-16T11:52:42.451" v="648" actId="20577"/>
        <pc:sldMkLst>
          <pc:docMk/>
          <pc:sldMk cId="2155553981" sldId="313"/>
        </pc:sldMkLst>
        <pc:spChg chg="mod">
          <ac:chgData name="Jayamy Diala Camacho Monteiro" userId="244d8470-8c86-486b-9a54-8921d9b16eff" providerId="ADAL" clId="{4C09A19F-881D-457B-9EA8-68D7C8A37664}" dt="2026-04-16T11:44:10.594" v="550" actId="20577"/>
          <ac:spMkLst>
            <pc:docMk/>
            <pc:sldMk cId="2155553981" sldId="313"/>
            <ac:spMk id="2" creationId="{A5E34E15-8F93-DCD6-4524-35629AAD8888}"/>
          </ac:spMkLst>
        </pc:spChg>
      </pc:sldChg>
    </pc:docChg>
  </pc:docChgLst>
  <pc:docChgLst>
    <pc:chgData name="Jorge Moreira de Almeida Rosas" userId="8aff5a70-67cb-4664-aac3-45a38fbc845d" providerId="ADAL" clId="{0C58A756-430E-42B1-BA40-7E65E81BE059}"/>
    <pc:docChg chg="undo redo custSel addSld delSld modSld sldOrd modMainMaster addSection modSection">
      <pc:chgData name="Jorge Moreira de Almeida Rosas" userId="8aff5a70-67cb-4664-aac3-45a38fbc845d" providerId="ADAL" clId="{0C58A756-430E-42B1-BA40-7E65E81BE059}" dt="2026-04-16T17:53:51" v="2061" actId="1076"/>
      <pc:docMkLst>
        <pc:docMk/>
      </pc:docMkLst>
      <pc:sldChg chg="addSp delSp modSp add mod">
        <pc:chgData name="Jorge Moreira de Almeida Rosas" userId="8aff5a70-67cb-4664-aac3-45a38fbc845d" providerId="ADAL" clId="{0C58A756-430E-42B1-BA40-7E65E81BE059}" dt="2026-04-16T17:36:04.733" v="1649" actId="1076"/>
        <pc:sldMkLst>
          <pc:docMk/>
          <pc:sldMk cId="1916679901" sldId="297"/>
        </pc:sldMkLst>
        <pc:spChg chg="mod">
          <ac:chgData name="Jorge Moreira de Almeida Rosas" userId="8aff5a70-67cb-4664-aac3-45a38fbc845d" providerId="ADAL" clId="{0C58A756-430E-42B1-BA40-7E65E81BE059}" dt="2026-04-16T17:19:14.411" v="1501" actId="255"/>
          <ac:spMkLst>
            <pc:docMk/>
            <pc:sldMk cId="1916679901" sldId="297"/>
            <ac:spMk id="11" creationId="{1594695C-F074-004A-8C4A-906F347D84EC}"/>
          </ac:spMkLst>
        </pc:spChg>
        <pc:spChg chg="mod">
          <ac:chgData name="Jorge Moreira de Almeida Rosas" userId="8aff5a70-67cb-4664-aac3-45a38fbc845d" providerId="ADAL" clId="{0C58A756-430E-42B1-BA40-7E65E81BE059}" dt="2026-04-16T17:19:18.537" v="1502" actId="255"/>
          <ac:spMkLst>
            <pc:docMk/>
            <pc:sldMk cId="1916679901" sldId="297"/>
            <ac:spMk id="17" creationId="{469D860A-79F8-F4A5-0BF9-BFD90C7DAEB5}"/>
          </ac:spMkLst>
        </pc:spChg>
        <pc:spChg chg="mod">
          <ac:chgData name="Jorge Moreira de Almeida Rosas" userId="8aff5a70-67cb-4664-aac3-45a38fbc845d" providerId="ADAL" clId="{0C58A756-430E-42B1-BA40-7E65E81BE059}" dt="2026-04-16T17:22:45.665" v="1563" actId="20577"/>
          <ac:spMkLst>
            <pc:docMk/>
            <pc:sldMk cId="1916679901" sldId="297"/>
            <ac:spMk id="20" creationId="{B428B584-BE4C-657D-92F2-9F169501488C}"/>
          </ac:spMkLst>
        </pc:spChg>
        <pc:spChg chg="mod">
          <ac:chgData name="Jorge Moreira de Almeida Rosas" userId="8aff5a70-67cb-4664-aac3-45a38fbc845d" providerId="ADAL" clId="{0C58A756-430E-42B1-BA40-7E65E81BE059}" dt="2026-04-16T17:28:05.959" v="1588" actId="1076"/>
          <ac:spMkLst>
            <pc:docMk/>
            <pc:sldMk cId="1916679901" sldId="297"/>
            <ac:spMk id="29" creationId="{83476B01-9915-B559-F090-D6F8C5A818AF}"/>
          </ac:spMkLst>
        </pc:spChg>
        <pc:spChg chg="mod">
          <ac:chgData name="Jorge Moreira de Almeida Rosas" userId="8aff5a70-67cb-4664-aac3-45a38fbc845d" providerId="ADAL" clId="{0C58A756-430E-42B1-BA40-7E65E81BE059}" dt="2026-04-16T17:26:12.721" v="1572" actId="255"/>
          <ac:spMkLst>
            <pc:docMk/>
            <pc:sldMk cId="1916679901" sldId="297"/>
            <ac:spMk id="31" creationId="{22EE94DC-6052-86A3-E8B4-3C46B2DB0F26}"/>
          </ac:spMkLst>
        </pc:spChg>
        <pc:spChg chg="mod">
          <ac:chgData name="Jorge Moreira de Almeida Rosas" userId="8aff5a70-67cb-4664-aac3-45a38fbc845d" providerId="ADAL" clId="{0C58A756-430E-42B1-BA40-7E65E81BE059}" dt="2026-04-16T17:27:10.079" v="1581" actId="1076"/>
          <ac:spMkLst>
            <pc:docMk/>
            <pc:sldMk cId="1916679901" sldId="297"/>
            <ac:spMk id="39" creationId="{AFB9F821-A389-F55D-99EC-7DE1E9C7E07D}"/>
          </ac:spMkLst>
        </pc:spChg>
        <pc:spChg chg="mod">
          <ac:chgData name="Jorge Moreira de Almeida Rosas" userId="8aff5a70-67cb-4664-aac3-45a38fbc845d" providerId="ADAL" clId="{0C58A756-430E-42B1-BA40-7E65E81BE059}" dt="2026-04-16T17:28:56.706" v="1614" actId="20577"/>
          <ac:spMkLst>
            <pc:docMk/>
            <pc:sldMk cId="1916679901" sldId="297"/>
            <ac:spMk id="40" creationId="{1729FD12-25B7-E50F-124B-B1DA707C81F7}"/>
          </ac:spMkLst>
        </pc:spChg>
        <pc:spChg chg="mod">
          <ac:chgData name="Jorge Moreira de Almeida Rosas" userId="8aff5a70-67cb-4664-aac3-45a38fbc845d" providerId="ADAL" clId="{0C58A756-430E-42B1-BA40-7E65E81BE059}" dt="2026-04-16T17:30:40.455" v="1627" actId="1076"/>
          <ac:spMkLst>
            <pc:docMk/>
            <pc:sldMk cId="1916679901" sldId="297"/>
            <ac:spMk id="41" creationId="{66E18608-D0B6-DEC5-A000-7F86A2F205C7}"/>
          </ac:spMkLst>
        </pc:spChg>
        <pc:spChg chg="mod">
          <ac:chgData name="Jorge Moreira de Almeida Rosas" userId="8aff5a70-67cb-4664-aac3-45a38fbc845d" providerId="ADAL" clId="{0C58A756-430E-42B1-BA40-7E65E81BE059}" dt="2026-04-16T17:29:47.600" v="1621" actId="2711"/>
          <ac:spMkLst>
            <pc:docMk/>
            <pc:sldMk cId="1916679901" sldId="297"/>
            <ac:spMk id="42" creationId="{7C5AED7D-4425-8F84-BEF9-F7A4F762EAEA}"/>
          </ac:spMkLst>
        </pc:spChg>
        <pc:picChg chg="add mod">
          <ac:chgData name="Jorge Moreira de Almeida Rosas" userId="8aff5a70-67cb-4664-aac3-45a38fbc845d" providerId="ADAL" clId="{0C58A756-430E-42B1-BA40-7E65E81BE059}" dt="2026-04-16T17:33:06.095" v="1633" actId="207"/>
          <ac:picMkLst>
            <pc:docMk/>
            <pc:sldMk cId="1916679901" sldId="297"/>
            <ac:picMk id="15" creationId="{47076153-2096-273E-FA20-2B4B2D76DF38}"/>
          </ac:picMkLst>
        </pc:picChg>
        <pc:picChg chg="add mod">
          <ac:chgData name="Jorge Moreira de Almeida Rosas" userId="8aff5a70-67cb-4664-aac3-45a38fbc845d" providerId="ADAL" clId="{0C58A756-430E-42B1-BA40-7E65E81BE059}" dt="2026-04-16T17:34:21.378" v="1640" actId="1076"/>
          <ac:picMkLst>
            <pc:docMk/>
            <pc:sldMk cId="1916679901" sldId="297"/>
            <ac:picMk id="18" creationId="{649EBFF3-A555-A403-3280-AF585C385B9A}"/>
          </ac:picMkLst>
        </pc:picChg>
        <pc:picChg chg="add mod">
          <ac:chgData name="Jorge Moreira de Almeida Rosas" userId="8aff5a70-67cb-4664-aac3-45a38fbc845d" providerId="ADAL" clId="{0C58A756-430E-42B1-BA40-7E65E81BE059}" dt="2026-04-16T17:36:04.733" v="1649" actId="1076"/>
          <ac:picMkLst>
            <pc:docMk/>
            <pc:sldMk cId="1916679901" sldId="297"/>
            <ac:picMk id="22" creationId="{F4632BD0-D8B8-6E58-9408-A7743FE7E2DD}"/>
          </ac:picMkLst>
        </pc:picChg>
      </pc:sldChg>
      <pc:sldChg chg="addSp delSp modSp add mod ord modNotesTx">
        <pc:chgData name="Jorge Moreira de Almeida Rosas" userId="8aff5a70-67cb-4664-aac3-45a38fbc845d" providerId="ADAL" clId="{0C58A756-430E-42B1-BA40-7E65E81BE059}" dt="2026-04-16T17:18:16.464" v="1495" actId="255"/>
        <pc:sldMkLst>
          <pc:docMk/>
          <pc:sldMk cId="1452608646" sldId="300"/>
        </pc:sldMkLst>
        <pc:spChg chg="mod ord">
          <ac:chgData name="Jorge Moreira de Almeida Rosas" userId="8aff5a70-67cb-4664-aac3-45a38fbc845d" providerId="ADAL" clId="{0C58A756-430E-42B1-BA40-7E65E81BE059}" dt="2026-04-15T22:28:26.147" v="906"/>
          <ac:spMkLst>
            <pc:docMk/>
            <pc:sldMk cId="1452608646" sldId="300"/>
            <ac:spMk id="2" creationId="{2EDFC8DF-7383-946D-6319-979551C1374F}"/>
          </ac:spMkLst>
        </pc:spChg>
        <pc:spChg chg="add mod">
          <ac:chgData name="Jorge Moreira de Almeida Rosas" userId="8aff5a70-67cb-4664-aac3-45a38fbc845d" providerId="ADAL" clId="{0C58A756-430E-42B1-BA40-7E65E81BE059}" dt="2026-04-16T16:49:16.071" v="1138"/>
          <ac:spMkLst>
            <pc:docMk/>
            <pc:sldMk cId="1452608646" sldId="300"/>
            <ac:spMk id="4" creationId="{82623DAF-8AC5-0414-81E9-CA01E6F20A1A}"/>
          </ac:spMkLst>
        </pc:spChg>
        <pc:spChg chg="mod ord">
          <ac:chgData name="Jorge Moreira de Almeida Rosas" userId="8aff5a70-67cb-4664-aac3-45a38fbc845d" providerId="ADAL" clId="{0C58A756-430E-42B1-BA40-7E65E81BE059}" dt="2026-04-16T16:57:40.654" v="1215" actId="20577"/>
          <ac:spMkLst>
            <pc:docMk/>
            <pc:sldMk cId="1452608646" sldId="300"/>
            <ac:spMk id="5" creationId="{51A6831B-EACB-3C3C-2F9B-2AF511755524}"/>
          </ac:spMkLst>
        </pc:spChg>
        <pc:spChg chg="mod ord">
          <ac:chgData name="Jorge Moreira de Almeida Rosas" userId="8aff5a70-67cb-4664-aac3-45a38fbc845d" providerId="ADAL" clId="{0C58A756-430E-42B1-BA40-7E65E81BE059}" dt="2026-04-16T16:58:27.095" v="1242" actId="20577"/>
          <ac:spMkLst>
            <pc:docMk/>
            <pc:sldMk cId="1452608646" sldId="300"/>
            <ac:spMk id="6" creationId="{00A36581-A6B6-3C3B-BA80-7B2F50927D40}"/>
          </ac:spMkLst>
        </pc:spChg>
        <pc:spChg chg="mod ord">
          <ac:chgData name="Jorge Moreira de Almeida Rosas" userId="8aff5a70-67cb-4664-aac3-45a38fbc845d" providerId="ADAL" clId="{0C58A756-430E-42B1-BA40-7E65E81BE059}" dt="2026-04-16T16:58:08.266" v="1226" actId="20577"/>
          <ac:spMkLst>
            <pc:docMk/>
            <pc:sldMk cId="1452608646" sldId="300"/>
            <ac:spMk id="7" creationId="{E0FA8CE2-1EB3-CAE4-CB79-6936778A8F4C}"/>
          </ac:spMkLst>
        </pc:spChg>
        <pc:spChg chg="mod ord">
          <ac:chgData name="Jorge Moreira de Almeida Rosas" userId="8aff5a70-67cb-4664-aac3-45a38fbc845d" providerId="ADAL" clId="{0C58A756-430E-42B1-BA40-7E65E81BE059}" dt="2026-04-16T17:16:46.107" v="1479" actId="255"/>
          <ac:spMkLst>
            <pc:docMk/>
            <pc:sldMk cId="1452608646" sldId="300"/>
            <ac:spMk id="8" creationId="{CC22C4E1-D3AE-15AC-7084-05E89888CA80}"/>
          </ac:spMkLst>
        </pc:spChg>
        <pc:spChg chg="mod ord">
          <ac:chgData name="Jorge Moreira de Almeida Rosas" userId="8aff5a70-67cb-4664-aac3-45a38fbc845d" providerId="ADAL" clId="{0C58A756-430E-42B1-BA40-7E65E81BE059}" dt="2026-04-16T16:58:20.961" v="1236" actId="20577"/>
          <ac:spMkLst>
            <pc:docMk/>
            <pc:sldMk cId="1452608646" sldId="300"/>
            <ac:spMk id="9" creationId="{1CBABFA1-6EC3-7E0C-E227-942DA4D7CB79}"/>
          </ac:spMkLst>
        </pc:spChg>
        <pc:spChg chg="mod ord">
          <ac:chgData name="Jorge Moreira de Almeida Rosas" userId="8aff5a70-67cb-4664-aac3-45a38fbc845d" providerId="ADAL" clId="{0C58A756-430E-42B1-BA40-7E65E81BE059}" dt="2026-04-15T22:28:26.147" v="910"/>
          <ac:spMkLst>
            <pc:docMk/>
            <pc:sldMk cId="1452608646" sldId="300"/>
            <ac:spMk id="10" creationId="{8B7B236F-2E1F-DF37-EB0E-49EBF4E5C58E}"/>
          </ac:spMkLst>
        </pc:spChg>
        <pc:spChg chg="mod ord">
          <ac:chgData name="Jorge Moreira de Almeida Rosas" userId="8aff5a70-67cb-4664-aac3-45a38fbc845d" providerId="ADAL" clId="{0C58A756-430E-42B1-BA40-7E65E81BE059}" dt="2026-04-16T16:58:14.591" v="1230" actId="20577"/>
          <ac:spMkLst>
            <pc:docMk/>
            <pc:sldMk cId="1452608646" sldId="300"/>
            <ac:spMk id="12" creationId="{565654CF-20E5-1541-ACE6-B479C5A6900D}"/>
          </ac:spMkLst>
        </pc:spChg>
        <pc:spChg chg="mod ord">
          <ac:chgData name="Jorge Moreira de Almeida Rosas" userId="8aff5a70-67cb-4664-aac3-45a38fbc845d" providerId="ADAL" clId="{0C58A756-430E-42B1-BA40-7E65E81BE059}" dt="2026-04-15T22:28:26.147" v="908"/>
          <ac:spMkLst>
            <pc:docMk/>
            <pc:sldMk cId="1452608646" sldId="300"/>
            <ac:spMk id="13" creationId="{39B8DC00-B84F-8B9C-FCD6-413B2EEA5F78}"/>
          </ac:spMkLst>
        </pc:spChg>
        <pc:spChg chg="mod ord">
          <ac:chgData name="Jorge Moreira de Almeida Rosas" userId="8aff5a70-67cb-4664-aac3-45a38fbc845d" providerId="ADAL" clId="{0C58A756-430E-42B1-BA40-7E65E81BE059}" dt="2026-04-16T17:17:33.009" v="1489" actId="1076"/>
          <ac:spMkLst>
            <pc:docMk/>
            <pc:sldMk cId="1452608646" sldId="300"/>
            <ac:spMk id="14" creationId="{8CA64C28-32A4-3416-6328-36DCF03B4591}"/>
          </ac:spMkLst>
        </pc:spChg>
        <pc:spChg chg="mod ord">
          <ac:chgData name="Jorge Moreira de Almeida Rosas" userId="8aff5a70-67cb-4664-aac3-45a38fbc845d" providerId="ADAL" clId="{0C58A756-430E-42B1-BA40-7E65E81BE059}" dt="2026-04-16T17:16:06.871" v="1473" actId="1076"/>
          <ac:spMkLst>
            <pc:docMk/>
            <pc:sldMk cId="1452608646" sldId="300"/>
            <ac:spMk id="15" creationId="{3D9C94EF-D9C2-B62C-0BEB-58A45C944988}"/>
          </ac:spMkLst>
        </pc:spChg>
        <pc:spChg chg="mod ord">
          <ac:chgData name="Jorge Moreira de Almeida Rosas" userId="8aff5a70-67cb-4664-aac3-45a38fbc845d" providerId="ADAL" clId="{0C58A756-430E-42B1-BA40-7E65E81BE059}" dt="2026-04-16T17:17:01.693" v="1481" actId="1076"/>
          <ac:spMkLst>
            <pc:docMk/>
            <pc:sldMk cId="1452608646" sldId="300"/>
            <ac:spMk id="16" creationId="{DBFE518C-5461-9DDF-B030-4DF103213166}"/>
          </ac:spMkLst>
        </pc:spChg>
        <pc:spChg chg="mod ord">
          <ac:chgData name="Jorge Moreira de Almeida Rosas" userId="8aff5a70-67cb-4664-aac3-45a38fbc845d" providerId="ADAL" clId="{0C58A756-430E-42B1-BA40-7E65E81BE059}" dt="2026-04-16T17:17:44.367" v="1490" actId="1076"/>
          <ac:spMkLst>
            <pc:docMk/>
            <pc:sldMk cId="1452608646" sldId="300"/>
            <ac:spMk id="17" creationId="{84619763-7CCF-531B-50D5-56F1DD4320FD}"/>
          </ac:spMkLst>
        </pc:spChg>
        <pc:spChg chg="mod ord">
          <ac:chgData name="Jorge Moreira de Almeida Rosas" userId="8aff5a70-67cb-4664-aac3-45a38fbc845d" providerId="ADAL" clId="{0C58A756-430E-42B1-BA40-7E65E81BE059}" dt="2026-04-16T17:17:51.452" v="1491" actId="1076"/>
          <ac:spMkLst>
            <pc:docMk/>
            <pc:sldMk cId="1452608646" sldId="300"/>
            <ac:spMk id="18" creationId="{03415439-A381-C430-BDFA-F689A5E0D0B2}"/>
          </ac:spMkLst>
        </pc:spChg>
        <pc:spChg chg="mod ord">
          <ac:chgData name="Jorge Moreira de Almeida Rosas" userId="8aff5a70-67cb-4664-aac3-45a38fbc845d" providerId="ADAL" clId="{0C58A756-430E-42B1-BA40-7E65E81BE059}" dt="2026-04-15T22:28:26.154" v="944"/>
          <ac:spMkLst>
            <pc:docMk/>
            <pc:sldMk cId="1452608646" sldId="300"/>
            <ac:spMk id="19" creationId="{D2BC078D-8F0D-E58A-6C9C-6BAC3343C3E1}"/>
          </ac:spMkLst>
        </pc:spChg>
        <pc:spChg chg="mod ord">
          <ac:chgData name="Jorge Moreira de Almeida Rosas" userId="8aff5a70-67cb-4664-aac3-45a38fbc845d" providerId="ADAL" clId="{0C58A756-430E-42B1-BA40-7E65E81BE059}" dt="2026-04-16T17:18:01.871" v="1492" actId="255"/>
          <ac:spMkLst>
            <pc:docMk/>
            <pc:sldMk cId="1452608646" sldId="300"/>
            <ac:spMk id="20" creationId="{D16C62D9-54D0-FF90-E931-D64F7D36AFFD}"/>
          </ac:spMkLst>
        </pc:spChg>
        <pc:spChg chg="mod ord">
          <ac:chgData name="Jorge Moreira de Almeida Rosas" userId="8aff5a70-67cb-4664-aac3-45a38fbc845d" providerId="ADAL" clId="{0C58A756-430E-42B1-BA40-7E65E81BE059}" dt="2026-04-16T17:18:13.193" v="1494" actId="255"/>
          <ac:spMkLst>
            <pc:docMk/>
            <pc:sldMk cId="1452608646" sldId="300"/>
            <ac:spMk id="21" creationId="{E998320D-D4F1-DE81-7CF2-648066EB1C92}"/>
          </ac:spMkLst>
        </pc:spChg>
        <pc:spChg chg="mod ord">
          <ac:chgData name="Jorge Moreira de Almeida Rosas" userId="8aff5a70-67cb-4664-aac3-45a38fbc845d" providerId="ADAL" clId="{0C58A756-430E-42B1-BA40-7E65E81BE059}" dt="2026-04-16T17:18:16.464" v="1495" actId="255"/>
          <ac:spMkLst>
            <pc:docMk/>
            <pc:sldMk cId="1452608646" sldId="300"/>
            <ac:spMk id="22" creationId="{B13B9C89-0DF1-059B-C459-FA9D23C6F76E}"/>
          </ac:spMkLst>
        </pc:spChg>
        <pc:spChg chg="mod ord">
          <ac:chgData name="Jorge Moreira de Almeida Rosas" userId="8aff5a70-67cb-4664-aac3-45a38fbc845d" providerId="ADAL" clId="{0C58A756-430E-42B1-BA40-7E65E81BE059}" dt="2026-04-15T22:28:43.208" v="1014" actId="1076"/>
          <ac:spMkLst>
            <pc:docMk/>
            <pc:sldMk cId="1452608646" sldId="300"/>
            <ac:spMk id="23" creationId="{125E398D-1101-2157-8A55-4FC6D67E69B0}"/>
          </ac:spMkLst>
        </pc:spChg>
        <pc:spChg chg="mod ord">
          <ac:chgData name="Jorge Moreira de Almeida Rosas" userId="8aff5a70-67cb-4664-aac3-45a38fbc845d" providerId="ADAL" clId="{0C58A756-430E-42B1-BA40-7E65E81BE059}" dt="2026-04-16T17:18:08.021" v="1493" actId="255"/>
          <ac:spMkLst>
            <pc:docMk/>
            <pc:sldMk cId="1452608646" sldId="300"/>
            <ac:spMk id="24" creationId="{D2472AB2-705F-E68C-E58E-191EC26345BB}"/>
          </ac:spMkLst>
        </pc:spChg>
        <pc:spChg chg="mod ord">
          <ac:chgData name="Jorge Moreira de Almeida Rosas" userId="8aff5a70-67cb-4664-aac3-45a38fbc845d" providerId="ADAL" clId="{0C58A756-430E-42B1-BA40-7E65E81BE059}" dt="2026-04-15T22:28:26.147" v="914"/>
          <ac:spMkLst>
            <pc:docMk/>
            <pc:sldMk cId="1452608646" sldId="300"/>
            <ac:spMk id="29" creationId="{6888D57B-8FF0-B681-D3EF-20428E47F637}"/>
          </ac:spMkLst>
        </pc:spChg>
        <pc:spChg chg="add del mod ord">
          <ac:chgData name="Jorge Moreira de Almeida Rosas" userId="8aff5a70-67cb-4664-aac3-45a38fbc845d" providerId="ADAL" clId="{0C58A756-430E-42B1-BA40-7E65E81BE059}" dt="2026-04-16T09:26:47.461" v="1137" actId="20577"/>
          <ac:spMkLst>
            <pc:docMk/>
            <pc:sldMk cId="1452608646" sldId="300"/>
            <ac:spMk id="90" creationId="{FB6B7758-90A5-CF35-3701-E9048AC28914}"/>
          </ac:spMkLst>
        </pc:spChg>
        <pc:spChg chg="mod ord">
          <ac:chgData name="Jorge Moreira de Almeida Rosas" userId="8aff5a70-67cb-4664-aac3-45a38fbc845d" providerId="ADAL" clId="{0C58A756-430E-42B1-BA40-7E65E81BE059}" dt="2026-04-15T22:28:26.150" v="918"/>
          <ac:spMkLst>
            <pc:docMk/>
            <pc:sldMk cId="1452608646" sldId="300"/>
            <ac:spMk id="91" creationId="{2657E662-AE36-21DC-AB33-A43C3CEBFA5B}"/>
          </ac:spMkLst>
        </pc:spChg>
        <pc:spChg chg="mod ord">
          <ac:chgData name="Jorge Moreira de Almeida Rosas" userId="8aff5a70-67cb-4664-aac3-45a38fbc845d" providerId="ADAL" clId="{0C58A756-430E-42B1-BA40-7E65E81BE059}" dt="2026-04-15T22:28:26.150" v="920"/>
          <ac:spMkLst>
            <pc:docMk/>
            <pc:sldMk cId="1452608646" sldId="300"/>
            <ac:spMk id="93" creationId="{EFB231CF-5544-684A-85B5-5A7A87257AEC}"/>
          </ac:spMkLst>
        </pc:spChg>
        <pc:spChg chg="mod ord">
          <ac:chgData name="Jorge Moreira de Almeida Rosas" userId="8aff5a70-67cb-4664-aac3-45a38fbc845d" providerId="ADAL" clId="{0C58A756-430E-42B1-BA40-7E65E81BE059}" dt="2026-04-15T22:28:26.150" v="922"/>
          <ac:spMkLst>
            <pc:docMk/>
            <pc:sldMk cId="1452608646" sldId="300"/>
            <ac:spMk id="94" creationId="{6F313641-16BF-D27D-D73F-15C5883773DA}"/>
          </ac:spMkLst>
        </pc:spChg>
        <pc:spChg chg="mod ord">
          <ac:chgData name="Jorge Moreira de Almeida Rosas" userId="8aff5a70-67cb-4664-aac3-45a38fbc845d" providerId="ADAL" clId="{0C58A756-430E-42B1-BA40-7E65E81BE059}" dt="2026-04-15T22:28:26.150" v="924"/>
          <ac:spMkLst>
            <pc:docMk/>
            <pc:sldMk cId="1452608646" sldId="300"/>
            <ac:spMk id="95" creationId="{903FDB44-9550-57B0-6905-C15E6391B8B7}"/>
          </ac:spMkLst>
        </pc:spChg>
        <pc:spChg chg="mod ord">
          <ac:chgData name="Jorge Moreira de Almeida Rosas" userId="8aff5a70-67cb-4664-aac3-45a38fbc845d" providerId="ADAL" clId="{0C58A756-430E-42B1-BA40-7E65E81BE059}" dt="2026-04-15T22:28:26.150" v="926"/>
          <ac:spMkLst>
            <pc:docMk/>
            <pc:sldMk cId="1452608646" sldId="300"/>
            <ac:spMk id="98" creationId="{4C5FB161-7A5C-0E11-3551-5D11B06CE4E0}"/>
          </ac:spMkLst>
        </pc:spChg>
        <pc:graphicFrameChg chg="add mod ord modVis">
          <ac:chgData name="Jorge Moreira de Almeida Rosas" userId="8aff5a70-67cb-4664-aac3-45a38fbc845d" providerId="ADAL" clId="{0C58A756-430E-42B1-BA40-7E65E81BE059}" dt="2026-04-15T22:28:27.194" v="1012"/>
          <ac:graphicFrameMkLst>
            <pc:docMk/>
            <pc:sldMk cId="1452608646" sldId="300"/>
            <ac:graphicFrameMk id="41" creationId="{AE534360-F8FD-B6BD-31E1-8902480766F4}"/>
          </ac:graphicFrameMkLst>
        </pc:graphicFrameChg>
        <pc:picChg chg="add mod ord">
          <ac:chgData name="Jorge Moreira de Almeida Rosas" userId="8aff5a70-67cb-4664-aac3-45a38fbc845d" providerId="ADAL" clId="{0C58A756-430E-42B1-BA40-7E65E81BE059}" dt="2026-04-15T22:28:26.162" v="978"/>
          <ac:picMkLst>
            <pc:docMk/>
            <pc:sldMk cId="1452608646" sldId="300"/>
            <ac:picMk id="26" creationId="{C73A8BD1-6DC1-C30A-37B3-E9079CCE8157}"/>
          </ac:picMkLst>
        </pc:picChg>
        <pc:picChg chg="add mod">
          <ac:chgData name="Jorge Moreira de Almeida Rosas" userId="8aff5a70-67cb-4664-aac3-45a38fbc845d" providerId="ADAL" clId="{0C58A756-430E-42B1-BA40-7E65E81BE059}" dt="2026-04-16T16:50:04.143" v="1146" actId="1076"/>
          <ac:picMkLst>
            <pc:docMk/>
            <pc:sldMk cId="1452608646" sldId="300"/>
            <ac:picMk id="27" creationId="{CAD4A972-31A9-D999-F3A8-ACFA4FC74A1A}"/>
          </ac:picMkLst>
        </pc:picChg>
        <pc:picChg chg="mod ord">
          <ac:chgData name="Jorge Moreira de Almeida Rosas" userId="8aff5a70-67cb-4664-aac3-45a38fbc845d" providerId="ADAL" clId="{0C58A756-430E-42B1-BA40-7E65E81BE059}" dt="2026-04-15T22:28:26.156" v="956"/>
          <ac:picMkLst>
            <pc:docMk/>
            <pc:sldMk cId="1452608646" sldId="300"/>
            <ac:picMk id="30" creationId="{C8AE1E68-5F6D-C999-7543-14140A220A91}"/>
          </ac:picMkLst>
        </pc:picChg>
        <pc:picChg chg="add mod modCrop">
          <ac:chgData name="Jorge Moreira de Almeida Rosas" userId="8aff5a70-67cb-4664-aac3-45a38fbc845d" providerId="ADAL" clId="{0C58A756-430E-42B1-BA40-7E65E81BE059}" dt="2026-04-16T16:57:18.882" v="1211" actId="1037"/>
          <ac:picMkLst>
            <pc:docMk/>
            <pc:sldMk cId="1452608646" sldId="300"/>
            <ac:picMk id="33" creationId="{1A1C6680-C190-4E66-09EC-DD2B490485DB}"/>
          </ac:picMkLst>
        </pc:picChg>
        <pc:picChg chg="add mod">
          <ac:chgData name="Jorge Moreira de Almeida Rosas" userId="8aff5a70-67cb-4664-aac3-45a38fbc845d" providerId="ADAL" clId="{0C58A756-430E-42B1-BA40-7E65E81BE059}" dt="2026-04-16T16:57:06.132" v="1180" actId="1076"/>
          <ac:picMkLst>
            <pc:docMk/>
            <pc:sldMk cId="1452608646" sldId="300"/>
            <ac:picMk id="35" creationId="{F9D74C8D-883A-6186-3168-0462C5072490}"/>
          </ac:picMkLst>
        </pc:picChg>
        <pc:picChg chg="add mod">
          <ac:chgData name="Jorge Moreira de Almeida Rosas" userId="8aff5a70-67cb-4664-aac3-45a38fbc845d" providerId="ADAL" clId="{0C58A756-430E-42B1-BA40-7E65E81BE059}" dt="2026-04-16T09:15:41.067" v="1121" actId="1038"/>
          <ac:picMkLst>
            <pc:docMk/>
            <pc:sldMk cId="1452608646" sldId="300"/>
            <ac:picMk id="43" creationId="{02D7C5AD-93FB-09F7-345B-46FE765D5A51}"/>
          </ac:picMkLst>
        </pc:picChg>
        <pc:picChg chg="mod ord">
          <ac:chgData name="Jorge Moreira de Almeida Rosas" userId="8aff5a70-67cb-4664-aac3-45a38fbc845d" providerId="ADAL" clId="{0C58A756-430E-42B1-BA40-7E65E81BE059}" dt="2026-04-15T22:28:26.160" v="970"/>
          <ac:picMkLst>
            <pc:docMk/>
            <pc:sldMk cId="1452608646" sldId="300"/>
            <ac:picMk id="50" creationId="{C4AFC8EE-E7D1-FE85-F09A-9AA31374D6C5}"/>
          </ac:picMkLst>
        </pc:picChg>
        <pc:picChg chg="mod ord">
          <ac:chgData name="Jorge Moreira de Almeida Rosas" userId="8aff5a70-67cb-4664-aac3-45a38fbc845d" providerId="ADAL" clId="{0C58A756-430E-42B1-BA40-7E65E81BE059}" dt="2026-04-15T22:28:26.160" v="972"/>
          <ac:picMkLst>
            <pc:docMk/>
            <pc:sldMk cId="1452608646" sldId="300"/>
            <ac:picMk id="52" creationId="{2A51697C-9510-3402-3E60-8F7E21DA1DBA}"/>
          </ac:picMkLst>
        </pc:picChg>
        <pc:picChg chg="mod ord">
          <ac:chgData name="Jorge Moreira de Almeida Rosas" userId="8aff5a70-67cb-4664-aac3-45a38fbc845d" providerId="ADAL" clId="{0C58A756-430E-42B1-BA40-7E65E81BE059}" dt="2026-04-15T22:36:18.677" v="1083" actId="1076"/>
          <ac:picMkLst>
            <pc:docMk/>
            <pc:sldMk cId="1452608646" sldId="300"/>
            <ac:picMk id="53" creationId="{2257B2BA-5674-2B22-59BF-82CD31910D50}"/>
          </ac:picMkLst>
        </pc:picChg>
        <pc:picChg chg="mod ord">
          <ac:chgData name="Jorge Moreira de Almeida Rosas" userId="8aff5a70-67cb-4664-aac3-45a38fbc845d" providerId="ADAL" clId="{0C58A756-430E-42B1-BA40-7E65E81BE059}" dt="2026-04-15T22:36:07.400" v="1082" actId="1076"/>
          <ac:picMkLst>
            <pc:docMk/>
            <pc:sldMk cId="1452608646" sldId="300"/>
            <ac:picMk id="55" creationId="{579C0993-6995-C564-B4E0-9F90B0896AA5}"/>
          </ac:picMkLst>
        </pc:picChg>
        <pc:cxnChg chg="mod ord">
          <ac:chgData name="Jorge Moreira de Almeida Rosas" userId="8aff5a70-67cb-4664-aac3-45a38fbc845d" providerId="ADAL" clId="{0C58A756-430E-42B1-BA40-7E65E81BE059}" dt="2026-04-15T22:28:26.152" v="928"/>
          <ac:cxnSpMkLst>
            <pc:docMk/>
            <pc:sldMk cId="1452608646" sldId="300"/>
            <ac:cxnSpMk id="3" creationId="{291D7E65-A894-91C3-3C53-4B191C5BBC45}"/>
          </ac:cxnSpMkLst>
        </pc:cxnChg>
      </pc:sldChg>
      <pc:sldChg chg="modSp add mod ord">
        <pc:chgData name="Jorge Moreira de Almeida Rosas" userId="8aff5a70-67cb-4664-aac3-45a38fbc845d" providerId="ADAL" clId="{0C58A756-430E-42B1-BA40-7E65E81BE059}" dt="2026-04-16T09:18:49.944" v="1123"/>
        <pc:sldMkLst>
          <pc:docMk/>
          <pc:sldMk cId="1174800782" sldId="320"/>
        </pc:sldMkLst>
        <pc:spChg chg="mod">
          <ac:chgData name="Jorge Moreira de Almeida Rosas" userId="8aff5a70-67cb-4664-aac3-45a38fbc845d" providerId="ADAL" clId="{0C58A756-430E-42B1-BA40-7E65E81BE059}" dt="2026-04-16T09:00:37.264" v="1105" actId="20577"/>
          <ac:spMkLst>
            <pc:docMk/>
            <pc:sldMk cId="1174800782" sldId="320"/>
            <ac:spMk id="3" creationId="{6F8D7E5A-8C8C-367A-8D15-61BCCA0D60F2}"/>
          </ac:spMkLst>
        </pc:spChg>
      </pc:sldChg>
      <pc:sldChg chg="addSp delSp modSp add del mod">
        <pc:chgData name="Jorge Moreira de Almeida Rosas" userId="8aff5a70-67cb-4664-aac3-45a38fbc845d" providerId="ADAL" clId="{0C58A756-430E-42B1-BA40-7E65E81BE059}" dt="2026-04-16T17:53:51" v="2061" actId="1076"/>
        <pc:sldMkLst>
          <pc:docMk/>
          <pc:sldMk cId="3223192736" sldId="337"/>
        </pc:sldMkLst>
        <pc:spChg chg="mod">
          <ac:chgData name="Jorge Moreira de Almeida Rosas" userId="8aff5a70-67cb-4664-aac3-45a38fbc845d" providerId="ADAL" clId="{0C58A756-430E-42B1-BA40-7E65E81BE059}" dt="2026-04-16T17:40:02.801" v="1817"/>
          <ac:spMkLst>
            <pc:docMk/>
            <pc:sldMk cId="3223192736" sldId="337"/>
            <ac:spMk id="3" creationId="{4D6C06A0-8317-D01E-9959-B1AD2D028C82}"/>
          </ac:spMkLst>
        </pc:spChg>
        <pc:spChg chg="mod">
          <ac:chgData name="Jorge Moreira de Almeida Rosas" userId="8aff5a70-67cb-4664-aac3-45a38fbc845d" providerId="ADAL" clId="{0C58A756-430E-42B1-BA40-7E65E81BE059}" dt="2026-04-16T17:39:58.901" v="1816" actId="299"/>
          <ac:spMkLst>
            <pc:docMk/>
            <pc:sldMk cId="3223192736" sldId="337"/>
            <ac:spMk id="4" creationId="{654C4DF0-1C46-C61C-7B2F-5D2749FE8D4B}"/>
          </ac:spMkLst>
        </pc:spChg>
        <pc:spChg chg="mod">
          <ac:chgData name="Jorge Moreira de Almeida Rosas" userId="8aff5a70-67cb-4664-aac3-45a38fbc845d" providerId="ADAL" clId="{0C58A756-430E-42B1-BA40-7E65E81BE059}" dt="2026-04-16T17:46:15.228" v="2013" actId="207"/>
          <ac:spMkLst>
            <pc:docMk/>
            <pc:sldMk cId="3223192736" sldId="337"/>
            <ac:spMk id="13" creationId="{8AA6700D-C654-F9BF-1D99-00DA8FF562BB}"/>
          </ac:spMkLst>
        </pc:spChg>
        <pc:spChg chg="mod">
          <ac:chgData name="Jorge Moreira de Almeida Rosas" userId="8aff5a70-67cb-4664-aac3-45a38fbc845d" providerId="ADAL" clId="{0C58A756-430E-42B1-BA40-7E65E81BE059}" dt="2026-04-16T17:46:38.600" v="2017" actId="207"/>
          <ac:spMkLst>
            <pc:docMk/>
            <pc:sldMk cId="3223192736" sldId="337"/>
            <ac:spMk id="14" creationId="{4ABA01A9-C7BC-1681-A19A-AA64B460EDFB}"/>
          </ac:spMkLst>
        </pc:spChg>
        <pc:spChg chg="mod">
          <ac:chgData name="Jorge Moreira de Almeida Rosas" userId="8aff5a70-67cb-4664-aac3-45a38fbc845d" providerId="ADAL" clId="{0C58A756-430E-42B1-BA40-7E65E81BE059}" dt="2026-04-16T17:47:02.111" v="2021" actId="207"/>
          <ac:spMkLst>
            <pc:docMk/>
            <pc:sldMk cId="3223192736" sldId="337"/>
            <ac:spMk id="15" creationId="{9A596F52-426D-CD76-AB0C-9DC4EA4BDF46}"/>
          </ac:spMkLst>
        </pc:spChg>
        <pc:spChg chg="mod">
          <ac:chgData name="Jorge Moreira de Almeida Rosas" userId="8aff5a70-67cb-4664-aac3-45a38fbc845d" providerId="ADAL" clId="{0C58A756-430E-42B1-BA40-7E65E81BE059}" dt="2026-04-16T17:47:25.367" v="2025" actId="207"/>
          <ac:spMkLst>
            <pc:docMk/>
            <pc:sldMk cId="3223192736" sldId="337"/>
            <ac:spMk id="16" creationId="{00D97507-2B16-3F40-B7C3-70A64C3E3A52}"/>
          </ac:spMkLst>
        </pc:spChg>
        <pc:spChg chg="mod">
          <ac:chgData name="Jorge Moreira de Almeida Rosas" userId="8aff5a70-67cb-4664-aac3-45a38fbc845d" providerId="ADAL" clId="{0C58A756-430E-42B1-BA40-7E65E81BE059}" dt="2026-04-16T17:47:47.035" v="2029" actId="207"/>
          <ac:spMkLst>
            <pc:docMk/>
            <pc:sldMk cId="3223192736" sldId="337"/>
            <ac:spMk id="17" creationId="{B26CB91F-208B-289F-2BCC-0B00C1B7F5F7}"/>
          </ac:spMkLst>
        </pc:spChg>
        <pc:spChg chg="mod">
          <ac:chgData name="Jorge Moreira de Almeida Rosas" userId="8aff5a70-67cb-4664-aac3-45a38fbc845d" providerId="ADAL" clId="{0C58A756-430E-42B1-BA40-7E65E81BE059}" dt="2026-04-16T17:48:08.903" v="2035" actId="121"/>
          <ac:spMkLst>
            <pc:docMk/>
            <pc:sldMk cId="3223192736" sldId="337"/>
            <ac:spMk id="18" creationId="{F3B625DD-87B8-FCD8-9EC7-E0312E381708}"/>
          </ac:spMkLst>
        </pc:spChg>
        <pc:graphicFrameChg chg="add mod ord modVis">
          <ac:chgData name="Jorge Moreira de Almeida Rosas" userId="8aff5a70-67cb-4664-aac3-45a38fbc845d" providerId="ADAL" clId="{0C58A756-430E-42B1-BA40-7E65E81BE059}" dt="2026-04-16T17:39:54.966" v="1792"/>
          <ac:graphicFrameMkLst>
            <pc:docMk/>
            <pc:sldMk cId="3223192736" sldId="337"/>
            <ac:graphicFrameMk id="2" creationId="{66DA08E3-7CC8-6E5D-0931-5841CF203AEA}"/>
          </ac:graphicFrameMkLst>
        </pc:graphicFrameChg>
        <pc:picChg chg="add mod">
          <ac:chgData name="Jorge Moreira de Almeida Rosas" userId="8aff5a70-67cb-4664-aac3-45a38fbc845d" providerId="ADAL" clId="{0C58A756-430E-42B1-BA40-7E65E81BE059}" dt="2026-04-16T17:49:19.539" v="2040" actId="1076"/>
          <ac:picMkLst>
            <pc:docMk/>
            <pc:sldMk cId="3223192736" sldId="337"/>
            <ac:picMk id="10" creationId="{A60701B6-31DB-1E0F-B2CB-883881A81F8A}"/>
          </ac:picMkLst>
        </pc:picChg>
        <pc:picChg chg="add mod">
          <ac:chgData name="Jorge Moreira de Almeida Rosas" userId="8aff5a70-67cb-4664-aac3-45a38fbc845d" providerId="ADAL" clId="{0C58A756-430E-42B1-BA40-7E65E81BE059}" dt="2026-04-16T17:50:40.661" v="2044" actId="207"/>
          <ac:picMkLst>
            <pc:docMk/>
            <pc:sldMk cId="3223192736" sldId="337"/>
            <ac:picMk id="12" creationId="{D050FC44-B639-97CB-AC82-91A23F40E51D}"/>
          </ac:picMkLst>
        </pc:picChg>
        <pc:picChg chg="add mod">
          <ac:chgData name="Jorge Moreira de Almeida Rosas" userId="8aff5a70-67cb-4664-aac3-45a38fbc845d" providerId="ADAL" clId="{0C58A756-430E-42B1-BA40-7E65E81BE059}" dt="2026-04-16T17:51:37.108" v="2048" actId="207"/>
          <ac:picMkLst>
            <pc:docMk/>
            <pc:sldMk cId="3223192736" sldId="337"/>
            <ac:picMk id="27" creationId="{6902E4C1-7C70-66C4-CFCD-963172A67B17}"/>
          </ac:picMkLst>
        </pc:picChg>
        <pc:picChg chg="add mod">
          <ac:chgData name="Jorge Moreira de Almeida Rosas" userId="8aff5a70-67cb-4664-aac3-45a38fbc845d" providerId="ADAL" clId="{0C58A756-430E-42B1-BA40-7E65E81BE059}" dt="2026-04-16T17:52:10.804" v="2052" actId="207"/>
          <ac:picMkLst>
            <pc:docMk/>
            <pc:sldMk cId="3223192736" sldId="337"/>
            <ac:picMk id="31" creationId="{A80397FD-6D56-25F7-00A1-090A02E82BD7}"/>
          </ac:picMkLst>
        </pc:picChg>
        <pc:picChg chg="add mod">
          <ac:chgData name="Jorge Moreira de Almeida Rosas" userId="8aff5a70-67cb-4664-aac3-45a38fbc845d" providerId="ADAL" clId="{0C58A756-430E-42B1-BA40-7E65E81BE059}" dt="2026-04-16T17:53:15.083" v="2056" actId="207"/>
          <ac:picMkLst>
            <pc:docMk/>
            <pc:sldMk cId="3223192736" sldId="337"/>
            <ac:picMk id="35" creationId="{BB782C77-5643-8940-6F48-7D5500371337}"/>
          </ac:picMkLst>
        </pc:picChg>
        <pc:picChg chg="add mod">
          <ac:chgData name="Jorge Moreira de Almeida Rosas" userId="8aff5a70-67cb-4664-aac3-45a38fbc845d" providerId="ADAL" clId="{0C58A756-430E-42B1-BA40-7E65E81BE059}" dt="2026-04-16T17:53:51" v="2061" actId="1076"/>
          <ac:picMkLst>
            <pc:docMk/>
            <pc:sldMk cId="3223192736" sldId="337"/>
            <ac:picMk id="38" creationId="{AE00B2D9-A487-7B02-1E19-DDE5BCBA5DE9}"/>
          </ac:picMkLst>
        </pc:picChg>
      </pc:sldChg>
      <pc:sldMasterChg chg="addSp modSp mod">
        <pc:chgData name="Jorge Moreira de Almeida Rosas" userId="8aff5a70-67cb-4664-aac3-45a38fbc845d" providerId="ADAL" clId="{0C58A756-430E-42B1-BA40-7E65E81BE059}" dt="2026-04-16T17:39:54.958" v="1790"/>
        <pc:sldMasterMkLst>
          <pc:docMk/>
          <pc:sldMasterMk cId="1461461929" sldId="2147483733"/>
        </pc:sldMasterMkLst>
        <pc:spChg chg="mod">
          <ac:chgData name="Jorge Moreira de Almeida Rosas" userId="8aff5a70-67cb-4664-aac3-45a38fbc845d" providerId="ADAL" clId="{0C58A756-430E-42B1-BA40-7E65E81BE059}" dt="2026-04-16T17:39:54.938" v="1776" actId="299"/>
          <ac:spMkLst>
            <pc:docMk/>
            <pc:sldMasterMk cId="1461461929" sldId="2147483733"/>
            <ac:spMk id="2" creationId="{2C14413C-F78B-9D1E-033C-E234D276CFEF}"/>
          </ac:spMkLst>
        </pc:spChg>
        <pc:graphicFrameChg chg="add mod ord modVis">
          <ac:chgData name="Jorge Moreira de Almeida Rosas" userId="8aff5a70-67cb-4664-aac3-45a38fbc845d" providerId="ADAL" clId="{0C58A756-430E-42B1-BA40-7E65E81BE059}" dt="2026-04-16T17:39:54.958" v="1790"/>
          <ac:graphicFrameMkLst>
            <pc:docMk/>
            <pc:sldMasterMk cId="1461461929" sldId="2147483733"/>
            <ac:graphicFrameMk id="3" creationId="{840E6D67-02EF-1A72-6C0D-C7D56CA77AC0}"/>
          </ac:graphicFrameMkLst>
        </pc:graphicFrameChg>
      </pc:sldMasterChg>
    </pc:docChg>
  </pc:docChgLst>
  <pc:docChgLst>
    <pc:chgData name="Valentina Lucia Pispers" userId="S::76557@novasbe.pt::9203fd05-879f-4438-919c-4777a49c4f7b" providerId="AD" clId="Web-{66C0D3AE-E295-DA15-7FD0-43CFDEABD660}"/>
    <pc:docChg chg="modSld">
      <pc:chgData name="Valentina Lucia Pispers" userId="S::76557@novasbe.pt::9203fd05-879f-4438-919c-4777a49c4f7b" providerId="AD" clId="Web-{66C0D3AE-E295-DA15-7FD0-43CFDEABD660}" dt="2026-04-17T09:30:18.058" v="5"/>
      <pc:docMkLst>
        <pc:docMk/>
      </pc:docMkLst>
      <pc:sldChg chg="addSp delSp modSp">
        <pc:chgData name="Valentina Lucia Pispers" userId="S::76557@novasbe.pt::9203fd05-879f-4438-919c-4777a49c4f7b" providerId="AD" clId="Web-{66C0D3AE-E295-DA15-7FD0-43CFDEABD660}" dt="2026-04-17T09:30:18.058" v="5"/>
        <pc:sldMkLst>
          <pc:docMk/>
          <pc:sldMk cId="1548222547" sldId="263"/>
        </pc:sldMkLst>
      </pc:sldChg>
    </pc:docChg>
  </pc:docChgLst>
  <pc:docChgLst>
    <pc:chgData name="Jayamy Diala Camacho Monteiro" userId="244d8470-8c86-486b-9a54-8921d9b16eff" providerId="ADAL" clId="{9C1D7844-ECFA-45A2-8F5B-086A969801E5}"/>
    <pc:docChg chg="undo custSel addSld delSld modSld sldOrd modMainMaster addSection modSection modNotesMaster">
      <pc:chgData name="Jayamy Diala Camacho Monteiro" userId="244d8470-8c86-486b-9a54-8921d9b16eff" providerId="ADAL" clId="{9C1D7844-ECFA-45A2-8F5B-086A969801E5}" dt="2026-04-20T16:34:10.433" v="11002" actId="20577"/>
      <pc:docMkLst>
        <pc:docMk/>
      </pc:docMkLst>
      <pc:sldChg chg="addSp modSp mod modNotes">
        <pc:chgData name="Jayamy Diala Camacho Monteiro" userId="244d8470-8c86-486b-9a54-8921d9b16eff" providerId="ADAL" clId="{9C1D7844-ECFA-45A2-8F5B-086A969801E5}" dt="2026-04-15T23:04:14.922" v="1359" actId="20577"/>
        <pc:sldMkLst>
          <pc:docMk/>
          <pc:sldMk cId="807912919" sldId="257"/>
        </pc:sldMkLst>
        <pc:spChg chg="mod">
          <ac:chgData name="Jayamy Diala Camacho Monteiro" userId="244d8470-8c86-486b-9a54-8921d9b16eff" providerId="ADAL" clId="{9C1D7844-ECFA-45A2-8F5B-086A969801E5}" dt="2026-04-15T23:03:54.753" v="1327" actId="1035"/>
          <ac:spMkLst>
            <pc:docMk/>
            <pc:sldMk cId="807912919" sldId="257"/>
            <ac:spMk id="2" creationId="{71451E6F-35B3-073C-BC90-F34B27A7A2A9}"/>
          </ac:spMkLst>
        </pc:spChg>
        <pc:spChg chg="mod">
          <ac:chgData name="Jayamy Diala Camacho Monteiro" userId="244d8470-8c86-486b-9a54-8921d9b16eff" providerId="ADAL" clId="{9C1D7844-ECFA-45A2-8F5B-086A969801E5}" dt="2026-04-15T23:04:03.606" v="1328" actId="465"/>
          <ac:spMkLst>
            <pc:docMk/>
            <pc:sldMk cId="807912919" sldId="257"/>
            <ac:spMk id="3" creationId="{FFBE537D-4A20-2C4D-9613-4298691BFE4F}"/>
          </ac:spMkLst>
        </pc:spChg>
        <pc:spChg chg="mod">
          <ac:chgData name="Jayamy Diala Camacho Monteiro" userId="244d8470-8c86-486b-9a54-8921d9b16eff" providerId="ADAL" clId="{9C1D7844-ECFA-45A2-8F5B-086A969801E5}" dt="2026-04-15T23:04:03.606" v="1328" actId="465"/>
          <ac:spMkLst>
            <pc:docMk/>
            <pc:sldMk cId="807912919" sldId="257"/>
            <ac:spMk id="4" creationId="{22C08023-F7D9-C82E-D7B8-5133836EFAC2}"/>
          </ac:spMkLst>
        </pc:spChg>
        <pc:spChg chg="mod">
          <ac:chgData name="Jayamy Diala Camacho Monteiro" userId="244d8470-8c86-486b-9a54-8921d9b16eff" providerId="ADAL" clId="{9C1D7844-ECFA-45A2-8F5B-086A969801E5}" dt="2026-04-15T23:04:03.606" v="1328" actId="465"/>
          <ac:spMkLst>
            <pc:docMk/>
            <pc:sldMk cId="807912919" sldId="257"/>
            <ac:spMk id="5" creationId="{179C984C-4A59-B646-EEB1-024651A059C3}"/>
          </ac:spMkLst>
        </pc:spChg>
        <pc:spChg chg="mod">
          <ac:chgData name="Jayamy Diala Camacho Monteiro" userId="244d8470-8c86-486b-9a54-8921d9b16eff" providerId="ADAL" clId="{9C1D7844-ECFA-45A2-8F5B-086A969801E5}" dt="2026-04-15T23:04:03.606" v="1328" actId="465"/>
          <ac:spMkLst>
            <pc:docMk/>
            <pc:sldMk cId="807912919" sldId="257"/>
            <ac:spMk id="6" creationId="{1AD45D39-4503-7F33-F71F-A216E7DBFD0A}"/>
          </ac:spMkLst>
        </pc:spChg>
        <pc:spChg chg="add mod">
          <ac:chgData name="Jayamy Diala Camacho Monteiro" userId="244d8470-8c86-486b-9a54-8921d9b16eff" providerId="ADAL" clId="{9C1D7844-ECFA-45A2-8F5B-086A969801E5}" dt="2026-04-15T23:04:03.606" v="1328" actId="465"/>
          <ac:spMkLst>
            <pc:docMk/>
            <pc:sldMk cId="807912919" sldId="257"/>
            <ac:spMk id="8" creationId="{0C9F5B52-B239-BF37-8F1C-5ECC1D4A4561}"/>
          </ac:spMkLst>
        </pc:spChg>
        <pc:spChg chg="add mod">
          <ac:chgData name="Jayamy Diala Camacho Monteiro" userId="244d8470-8c86-486b-9a54-8921d9b16eff" providerId="ADAL" clId="{9C1D7844-ECFA-45A2-8F5B-086A969801E5}" dt="2026-04-15T23:04:14.922" v="1359" actId="20577"/>
          <ac:spMkLst>
            <pc:docMk/>
            <pc:sldMk cId="807912919" sldId="257"/>
            <ac:spMk id="9" creationId="{18889CEE-7088-C516-B28B-8A385020F7AF}"/>
          </ac:spMkLst>
        </pc:spChg>
        <pc:graphicFrameChg chg="add mod ord modVis">
          <ac:chgData name="Jayamy Diala Camacho Monteiro" userId="244d8470-8c86-486b-9a54-8921d9b16eff" providerId="ADAL" clId="{9C1D7844-ECFA-45A2-8F5B-086A969801E5}" dt="2026-04-15T23:02:02.886" v="1021"/>
          <ac:graphicFrameMkLst>
            <pc:docMk/>
            <pc:sldMk cId="807912919" sldId="257"/>
            <ac:graphicFrameMk id="7" creationId="{75FD859F-6480-5E8B-CB73-275584626B72}"/>
          </ac:graphicFrameMkLst>
        </pc:graphicFrameChg>
      </pc:sldChg>
      <pc:sldChg chg="addSp modSp mod ord modNotes">
        <pc:chgData name="Jayamy Diala Camacho Monteiro" userId="244d8470-8c86-486b-9a54-8921d9b16eff" providerId="ADAL" clId="{9C1D7844-ECFA-45A2-8F5B-086A969801E5}" dt="2026-04-17T10:03:35.962" v="6636"/>
        <pc:sldMkLst>
          <pc:docMk/>
          <pc:sldMk cId="3315856822" sldId="259"/>
        </pc:sldMkLst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3315856822" sldId="259"/>
            <ac:spMk id="2" creationId="{982B88EA-C7B0-CEC4-77EB-89C4548A79EB}"/>
          </ac:spMkLst>
        </pc:spChg>
        <pc:graphicFrameChg chg="add mod ord modVis">
          <ac:chgData name="Jayamy Diala Camacho Monteiro" userId="244d8470-8c86-486b-9a54-8921d9b16eff" providerId="ADAL" clId="{9C1D7844-ECFA-45A2-8F5B-086A969801E5}" dt="2026-04-15T23:02:02.986" v="1121"/>
          <ac:graphicFrameMkLst>
            <pc:docMk/>
            <pc:sldMk cId="3315856822" sldId="259"/>
            <ac:graphicFrameMk id="4" creationId="{5D1427A7-D1E5-2A0C-FFEF-08AB24F288CC}"/>
          </ac:graphicFrameMkLst>
        </pc:graphicFrameChg>
      </pc:sldChg>
      <pc:sldChg chg="addSp modSp mod modNotes">
        <pc:chgData name="Jayamy Diala Camacho Monteiro" userId="244d8470-8c86-486b-9a54-8921d9b16eff" providerId="ADAL" clId="{9C1D7844-ECFA-45A2-8F5B-086A969801E5}" dt="2026-04-15T23:02:02.933" v="1065"/>
        <pc:sldMkLst>
          <pc:docMk/>
          <pc:sldMk cId="549782731" sldId="262"/>
        </pc:sldMkLst>
        <pc:spChg chg="mod">
          <ac:chgData name="Jayamy Diala Camacho Monteiro" userId="244d8470-8c86-486b-9a54-8921d9b16eff" providerId="ADAL" clId="{9C1D7844-ECFA-45A2-8F5B-086A969801E5}" dt="2026-04-15T23:02:01.228" v="419" actId="947"/>
          <ac:spMkLst>
            <pc:docMk/>
            <pc:sldMk cId="549782731" sldId="262"/>
            <ac:spMk id="2" creationId="{ABEAC59F-A413-ECC7-6EAE-1E9D882807E7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549782731" sldId="262"/>
            <ac:spMk id="3" creationId="{D7ADAA00-8F03-52E5-D241-0572DF42B232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549782731" sldId="262"/>
            <ac:spMk id="4" creationId="{FBD6D87E-48F5-20C3-D6D1-436035F96B4E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549782731" sldId="262"/>
            <ac:spMk id="6" creationId="{143E7C39-A0F7-F91A-0D5A-46DEA8D14E12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549782731" sldId="262"/>
            <ac:spMk id="12" creationId="{8E2662F1-7787-3A4A-5343-69FC22BDB318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549782731" sldId="262"/>
            <ac:spMk id="13" creationId="{E820B215-D1E7-C070-13D2-A5583E188738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549782731" sldId="262"/>
            <ac:spMk id="15" creationId="{7301D4B5-E6E0-2372-7D42-F966DF2CAB33}"/>
          </ac:spMkLst>
        </pc:spChg>
        <pc:graphicFrameChg chg="add mod ord modVis">
          <ac:chgData name="Jayamy Diala Camacho Monteiro" userId="244d8470-8c86-486b-9a54-8921d9b16eff" providerId="ADAL" clId="{9C1D7844-ECFA-45A2-8F5B-086A969801E5}" dt="2026-04-15T23:02:02.933" v="1065"/>
          <ac:graphicFrameMkLst>
            <pc:docMk/>
            <pc:sldMk cId="549782731" sldId="262"/>
            <ac:graphicFrameMk id="16" creationId="{223E311D-F426-8E7C-352F-85A042920EB5}"/>
          </ac:graphicFrameMkLst>
        </pc:graphicFrameChg>
      </pc:sldChg>
      <pc:sldChg chg="addSp modSp mod modNotes">
        <pc:chgData name="Jayamy Diala Camacho Monteiro" userId="244d8470-8c86-486b-9a54-8921d9b16eff" providerId="ADAL" clId="{9C1D7844-ECFA-45A2-8F5B-086A969801E5}" dt="2026-04-17T10:05:13.516" v="6652" actId="20577"/>
        <pc:sldMkLst>
          <pc:docMk/>
          <pc:sldMk cId="1548222547" sldId="263"/>
        </pc:sldMkLst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1548222547" sldId="263"/>
            <ac:spMk id="2" creationId="{B01E5EA6-44AD-DF88-54D3-D2874A6DD650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1548222547" sldId="263"/>
            <ac:spMk id="3" creationId="{636FD834-C662-096E-F57F-232EF604F115}"/>
          </ac:spMkLst>
        </pc:spChg>
        <pc:spChg chg="mod">
          <ac:chgData name="Jayamy Diala Camacho Monteiro" userId="244d8470-8c86-486b-9a54-8921d9b16eff" providerId="ADAL" clId="{9C1D7844-ECFA-45A2-8F5B-086A969801E5}" dt="2026-04-17T10:05:13.516" v="6652" actId="20577"/>
          <ac:spMkLst>
            <pc:docMk/>
            <pc:sldMk cId="1548222547" sldId="263"/>
            <ac:spMk id="6" creationId="{68AFBBFB-1135-9F99-5279-CCC38FBBEA60}"/>
          </ac:spMkLst>
        </pc:spChg>
        <pc:spChg chg="mod">
          <ac:chgData name="Jayamy Diala Camacho Monteiro" userId="244d8470-8c86-486b-9a54-8921d9b16eff" providerId="ADAL" clId="{9C1D7844-ECFA-45A2-8F5B-086A969801E5}" dt="2026-04-15T23:02:01.266" v="463" actId="947"/>
          <ac:spMkLst>
            <pc:docMk/>
            <pc:sldMk cId="1548222547" sldId="263"/>
            <ac:spMk id="8" creationId="{4743A582-41A5-8833-A63F-23BB43B46787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1548222547" sldId="263"/>
            <ac:spMk id="9" creationId="{8A6939BC-85DD-886A-E50D-D8833ABEAA45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1548222547" sldId="263"/>
            <ac:spMk id="10" creationId="{070B50CD-A85C-B231-47AE-8F5ECF3BCD21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1548222547" sldId="263"/>
            <ac:spMk id="12" creationId="{896BC1CA-1CAD-0AF0-A9FD-365BFCFF4ACA}"/>
          </ac:spMkLst>
        </pc:spChg>
        <pc:graphicFrameChg chg="add mod ord modVis">
          <ac:chgData name="Jayamy Diala Camacho Monteiro" userId="244d8470-8c86-486b-9a54-8921d9b16eff" providerId="ADAL" clId="{9C1D7844-ECFA-45A2-8F5B-086A969801E5}" dt="2026-04-15T23:02:02.939" v="1079"/>
          <ac:graphicFrameMkLst>
            <pc:docMk/>
            <pc:sldMk cId="1548222547" sldId="263"/>
            <ac:graphicFrameMk id="13" creationId="{04482E7C-0435-1BD9-DBE7-D132A2395867}"/>
          </ac:graphicFrameMkLst>
        </pc:graphicFrameChg>
      </pc:sldChg>
      <pc:sldChg chg="addSp modSp mod modNotes">
        <pc:chgData name="Jayamy Diala Camacho Monteiro" userId="244d8470-8c86-486b-9a54-8921d9b16eff" providerId="ADAL" clId="{9C1D7844-ECFA-45A2-8F5B-086A969801E5}" dt="2026-04-17T10:05:42.004" v="6665" actId="27107"/>
        <pc:sldMkLst>
          <pc:docMk/>
          <pc:sldMk cId="4143393041" sldId="264"/>
        </pc:sldMkLst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4143393041" sldId="264"/>
            <ac:spMk id="3" creationId="{1401577D-5266-6C58-ABA6-AA4447248042}"/>
          </ac:spMkLst>
        </pc:spChg>
        <pc:spChg chg="mod">
          <ac:chgData name="Jayamy Diala Camacho Monteiro" userId="244d8470-8c86-486b-9a54-8921d9b16eff" providerId="ADAL" clId="{9C1D7844-ECFA-45A2-8F5B-086A969801E5}" dt="2026-04-17T10:05:42.004" v="6665" actId="27107"/>
          <ac:spMkLst>
            <pc:docMk/>
            <pc:sldMk cId="4143393041" sldId="264"/>
            <ac:spMk id="4" creationId="{153A0A80-4856-A301-DF7A-B8C399F851E1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4143393041" sldId="264"/>
            <ac:spMk id="5" creationId="{3BBFCBD3-B1BD-DB79-1A4D-1BB1AD4F2B1C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4143393041" sldId="264"/>
            <ac:spMk id="6" creationId="{56F177BB-EA4E-FC0B-A30C-BBE090405BB3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4143393041" sldId="264"/>
            <ac:spMk id="7" creationId="{D2A9902A-F752-D5D5-96AA-D288FAA41B70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4143393041" sldId="264"/>
            <ac:spMk id="9" creationId="{BC89AD40-00AD-C307-C03D-874D0B53210F}"/>
          </ac:spMkLst>
        </pc:spChg>
        <pc:graphicFrameChg chg="add mod ord modVis">
          <ac:chgData name="Jayamy Diala Camacho Monteiro" userId="244d8470-8c86-486b-9a54-8921d9b16eff" providerId="ADAL" clId="{9C1D7844-ECFA-45A2-8F5B-086A969801E5}" dt="2026-04-15T23:02:02.917" v="1051"/>
          <ac:graphicFrameMkLst>
            <pc:docMk/>
            <pc:sldMk cId="4143393041" sldId="264"/>
            <ac:graphicFrameMk id="10" creationId="{21BFE410-D5F6-94D1-E7C7-312E37517505}"/>
          </ac:graphicFrameMkLst>
        </pc:graphicFrameChg>
      </pc:sldChg>
      <pc:sldChg chg="addSp modSp mod modNotes">
        <pc:chgData name="Jayamy Diala Camacho Monteiro" userId="244d8470-8c86-486b-9a54-8921d9b16eff" providerId="ADAL" clId="{9C1D7844-ECFA-45A2-8F5B-086A969801E5}" dt="2026-04-15T23:02:02.870" v="993"/>
        <pc:sldMkLst>
          <pc:docMk/>
          <pc:sldMk cId="3549887361" sldId="265"/>
        </pc:sldMkLst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3549887361" sldId="265"/>
            <ac:spMk id="2" creationId="{FB18284F-35FA-8512-F3C5-22816360F701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3549887361" sldId="265"/>
            <ac:spMk id="3" creationId="{C6982197-1D3F-8914-D7DF-7FF237AC4585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3549887361" sldId="265"/>
            <ac:spMk id="4" creationId="{7E31EE1B-DFF6-DAEE-566E-0AB4B6D36232}"/>
          </ac:spMkLst>
        </pc:spChg>
        <pc:graphicFrameChg chg="add mod ord modVis">
          <ac:chgData name="Jayamy Diala Camacho Monteiro" userId="244d8470-8c86-486b-9a54-8921d9b16eff" providerId="ADAL" clId="{9C1D7844-ECFA-45A2-8F5B-086A969801E5}" dt="2026-04-15T23:02:02.870" v="993"/>
          <ac:graphicFrameMkLst>
            <pc:docMk/>
            <pc:sldMk cId="3549887361" sldId="265"/>
            <ac:graphicFrameMk id="6" creationId="{74498BAE-5A23-0634-CE46-A985FB476A49}"/>
          </ac:graphicFrameMkLst>
        </pc:graphicFrameChg>
      </pc:sldChg>
      <pc:sldChg chg="modSp mod modNotes">
        <pc:chgData name="Jayamy Diala Camacho Monteiro" userId="244d8470-8c86-486b-9a54-8921d9b16eff" providerId="ADAL" clId="{9C1D7844-ECFA-45A2-8F5B-086A969801E5}" dt="2026-04-15T23:02:02.902" v="1023"/>
        <pc:sldMkLst>
          <pc:docMk/>
          <pc:sldMk cId="1452608646" sldId="300"/>
        </pc:sldMkLst>
        <pc:spChg chg="mod">
          <ac:chgData name="Jayamy Diala Camacho Monteiro" userId="244d8470-8c86-486b-9a54-8921d9b16eff" providerId="ADAL" clId="{9C1D7844-ECFA-45A2-8F5B-086A969801E5}" dt="2026-04-15T23:02:02.559" v="772" actId="299"/>
          <ac:spMkLst>
            <pc:docMk/>
            <pc:sldMk cId="1452608646" sldId="300"/>
            <ac:spMk id="2" creationId="{2EDFC8DF-7383-946D-6319-979551C1374F}"/>
          </ac:spMkLst>
        </pc:spChg>
        <pc:spChg chg="mod">
          <ac:chgData name="Jayamy Diala Camacho Monteiro" userId="244d8470-8c86-486b-9a54-8921d9b16eff" providerId="ADAL" clId="{9C1D7844-ECFA-45A2-8F5B-086A969801E5}" dt="2026-04-15T23:02:01.112" v="349" actId="947"/>
          <ac:spMkLst>
            <pc:docMk/>
            <pc:sldMk cId="1452608646" sldId="300"/>
            <ac:spMk id="5" creationId="{51A6831B-EACB-3C3C-2F9B-2AF511755524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1452608646" sldId="300"/>
            <ac:spMk id="6" creationId="{00A36581-A6B6-3C3B-BA80-7B2F50927D40}"/>
          </ac:spMkLst>
        </pc:spChg>
        <pc:spChg chg="mod">
          <ac:chgData name="Jayamy Diala Camacho Monteiro" userId="244d8470-8c86-486b-9a54-8921d9b16eff" providerId="ADAL" clId="{9C1D7844-ECFA-45A2-8F5B-086A969801E5}" dt="2026-04-15T23:02:01.112" v="353" actId="947"/>
          <ac:spMkLst>
            <pc:docMk/>
            <pc:sldMk cId="1452608646" sldId="300"/>
            <ac:spMk id="7" creationId="{E0FA8CE2-1EB3-CAE4-CB79-6936778A8F4C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1452608646" sldId="300"/>
            <ac:spMk id="8" creationId="{CC22C4E1-D3AE-15AC-7084-05E89888CA80}"/>
          </ac:spMkLst>
        </pc:spChg>
        <pc:spChg chg="mod">
          <ac:chgData name="Jayamy Diala Camacho Monteiro" userId="244d8470-8c86-486b-9a54-8921d9b16eff" providerId="ADAL" clId="{9C1D7844-ECFA-45A2-8F5B-086A969801E5}" dt="2026-04-15T23:02:01.112" v="355" actId="947"/>
          <ac:spMkLst>
            <pc:docMk/>
            <pc:sldMk cId="1452608646" sldId="300"/>
            <ac:spMk id="9" creationId="{1CBABFA1-6EC3-7E0C-E227-942DA4D7CB79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1452608646" sldId="300"/>
            <ac:spMk id="10" creationId="{8B7B236F-2E1F-DF37-EB0E-49EBF4E5C58E}"/>
          </ac:spMkLst>
        </pc:spChg>
        <pc:spChg chg="mod">
          <ac:chgData name="Jayamy Diala Camacho Monteiro" userId="244d8470-8c86-486b-9a54-8921d9b16eff" providerId="ADAL" clId="{9C1D7844-ECFA-45A2-8F5B-086A969801E5}" dt="2026-04-15T23:02:01.128" v="357" actId="947"/>
          <ac:spMkLst>
            <pc:docMk/>
            <pc:sldMk cId="1452608646" sldId="300"/>
            <ac:spMk id="12" creationId="{565654CF-20E5-1541-ACE6-B479C5A6900D}"/>
          </ac:spMkLst>
        </pc:spChg>
        <pc:spChg chg="mod">
          <ac:chgData name="Jayamy Diala Camacho Monteiro" userId="244d8470-8c86-486b-9a54-8921d9b16eff" providerId="ADAL" clId="{9C1D7844-ECFA-45A2-8F5B-086A969801E5}" dt="2026-04-15T23:02:01.050" v="329" actId="947"/>
          <ac:spMkLst>
            <pc:docMk/>
            <pc:sldMk cId="1452608646" sldId="300"/>
            <ac:spMk id="13" creationId="{39B8DC00-B84F-8B9C-FCD6-413B2EEA5F78}"/>
          </ac:spMkLst>
        </pc:spChg>
        <pc:spChg chg="mod">
          <ac:chgData name="Jayamy Diala Camacho Monteiro" userId="244d8470-8c86-486b-9a54-8921d9b16eff" providerId="ADAL" clId="{9C1D7844-ECFA-45A2-8F5B-086A969801E5}" dt="2026-04-15T23:02:01.128" v="359" actId="947"/>
          <ac:spMkLst>
            <pc:docMk/>
            <pc:sldMk cId="1452608646" sldId="300"/>
            <ac:spMk id="14" creationId="{8CA64C28-32A4-3416-6328-36DCF03B4591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1452608646" sldId="300"/>
            <ac:spMk id="15" creationId="{3D9C94EF-D9C2-B62C-0BEB-58A45C944988}"/>
          </ac:spMkLst>
        </pc:spChg>
        <pc:spChg chg="mod">
          <ac:chgData name="Jayamy Diala Camacho Monteiro" userId="244d8470-8c86-486b-9a54-8921d9b16eff" providerId="ADAL" clId="{9C1D7844-ECFA-45A2-8F5B-086A969801E5}" dt="2026-04-15T23:02:01.150" v="375" actId="947"/>
          <ac:spMkLst>
            <pc:docMk/>
            <pc:sldMk cId="1452608646" sldId="300"/>
            <ac:spMk id="16" creationId="{DBFE518C-5461-9DDF-B030-4DF103213166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1452608646" sldId="300"/>
            <ac:spMk id="17" creationId="{84619763-7CCF-531B-50D5-56F1DD4320FD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1452608646" sldId="300"/>
            <ac:spMk id="18" creationId="{03415439-A381-C430-BDFA-F689A5E0D0B2}"/>
          </ac:spMkLst>
        </pc:spChg>
        <pc:spChg chg="mod">
          <ac:chgData name="Jayamy Diala Camacho Monteiro" userId="244d8470-8c86-486b-9a54-8921d9b16eff" providerId="ADAL" clId="{9C1D7844-ECFA-45A2-8F5B-086A969801E5}" dt="2026-04-15T23:02:01.134" v="363" actId="947"/>
          <ac:spMkLst>
            <pc:docMk/>
            <pc:sldMk cId="1452608646" sldId="300"/>
            <ac:spMk id="19" creationId="{D2BC078D-8F0D-E58A-6C9C-6BAC3343C3E1}"/>
          </ac:spMkLst>
        </pc:spChg>
        <pc:spChg chg="mod">
          <ac:chgData name="Jayamy Diala Camacho Monteiro" userId="244d8470-8c86-486b-9a54-8921d9b16eff" providerId="ADAL" clId="{9C1D7844-ECFA-45A2-8F5B-086A969801E5}" dt="2026-04-15T23:02:01.134" v="365" actId="947"/>
          <ac:spMkLst>
            <pc:docMk/>
            <pc:sldMk cId="1452608646" sldId="300"/>
            <ac:spMk id="20" creationId="{D16C62D9-54D0-FF90-E931-D64F7D36AFFD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1452608646" sldId="300"/>
            <ac:spMk id="21" creationId="{E998320D-D4F1-DE81-7CF2-648066EB1C92}"/>
          </ac:spMkLst>
        </pc:spChg>
        <pc:spChg chg="mod">
          <ac:chgData name="Jayamy Diala Camacho Monteiro" userId="244d8470-8c86-486b-9a54-8921d9b16eff" providerId="ADAL" clId="{9C1D7844-ECFA-45A2-8F5B-086A969801E5}" dt="2026-04-15T23:02:01.150" v="369" actId="947"/>
          <ac:spMkLst>
            <pc:docMk/>
            <pc:sldMk cId="1452608646" sldId="300"/>
            <ac:spMk id="22" creationId="{B13B9C89-0DF1-059B-C459-FA9D23C6F76E}"/>
          </ac:spMkLst>
        </pc:spChg>
        <pc:spChg chg="mod">
          <ac:chgData name="Jayamy Diala Camacho Monteiro" userId="244d8470-8c86-486b-9a54-8921d9b16eff" providerId="ADAL" clId="{9C1D7844-ECFA-45A2-8F5B-086A969801E5}" dt="2026-04-15T23:02:01.150" v="371" actId="947"/>
          <ac:spMkLst>
            <pc:docMk/>
            <pc:sldMk cId="1452608646" sldId="300"/>
            <ac:spMk id="23" creationId="{125E398D-1101-2157-8A55-4FC6D67E69B0}"/>
          </ac:spMkLst>
        </pc:spChg>
        <pc:spChg chg="mod">
          <ac:chgData name="Jayamy Diala Camacho Monteiro" userId="244d8470-8c86-486b-9a54-8921d9b16eff" providerId="ADAL" clId="{9C1D7844-ECFA-45A2-8F5B-086A969801E5}" dt="2026-04-15T23:02:01.150" v="373" actId="947"/>
          <ac:spMkLst>
            <pc:docMk/>
            <pc:sldMk cId="1452608646" sldId="300"/>
            <ac:spMk id="24" creationId="{D2472AB2-705F-E68C-E58E-191EC26345BB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1452608646" sldId="300"/>
            <ac:spMk id="29" creationId="{6888D57B-8FF0-B681-D3EF-20428E47F637}"/>
          </ac:spMkLst>
        </pc:spChg>
        <pc:spChg chg="mod">
          <ac:chgData name="Jayamy Diala Camacho Monteiro" userId="244d8470-8c86-486b-9a54-8921d9b16eff" providerId="ADAL" clId="{9C1D7844-ECFA-45A2-8F5B-086A969801E5}" dt="2026-04-15T23:02:01.096" v="337" actId="947"/>
          <ac:spMkLst>
            <pc:docMk/>
            <pc:sldMk cId="1452608646" sldId="300"/>
            <ac:spMk id="90" creationId="{FB6B7758-90A5-CF35-3701-E9048AC28914}"/>
          </ac:spMkLst>
        </pc:spChg>
        <pc:spChg chg="mod">
          <ac:chgData name="Jayamy Diala Camacho Monteiro" userId="244d8470-8c86-486b-9a54-8921d9b16eff" providerId="ADAL" clId="{9C1D7844-ECFA-45A2-8F5B-086A969801E5}" dt="2026-04-15T23:02:01.096" v="339" actId="947"/>
          <ac:spMkLst>
            <pc:docMk/>
            <pc:sldMk cId="1452608646" sldId="300"/>
            <ac:spMk id="91" creationId="{2657E662-AE36-21DC-AB33-A43C3CEBFA5B}"/>
          </ac:spMkLst>
        </pc:spChg>
        <pc:spChg chg="mod">
          <ac:chgData name="Jayamy Diala Camacho Monteiro" userId="244d8470-8c86-486b-9a54-8921d9b16eff" providerId="ADAL" clId="{9C1D7844-ECFA-45A2-8F5B-086A969801E5}" dt="2026-04-15T23:02:01.096" v="341" actId="947"/>
          <ac:spMkLst>
            <pc:docMk/>
            <pc:sldMk cId="1452608646" sldId="300"/>
            <ac:spMk id="93" creationId="{EFB231CF-5544-684A-85B5-5A7A87257AEC}"/>
          </ac:spMkLst>
        </pc:spChg>
        <pc:spChg chg="mod">
          <ac:chgData name="Jayamy Diala Camacho Monteiro" userId="244d8470-8c86-486b-9a54-8921d9b16eff" providerId="ADAL" clId="{9C1D7844-ECFA-45A2-8F5B-086A969801E5}" dt="2026-04-15T23:02:01.096" v="343" actId="947"/>
          <ac:spMkLst>
            <pc:docMk/>
            <pc:sldMk cId="1452608646" sldId="300"/>
            <ac:spMk id="94" creationId="{6F313641-16BF-D27D-D73F-15C5883773DA}"/>
          </ac:spMkLst>
        </pc:spChg>
        <pc:spChg chg="mod">
          <ac:chgData name="Jayamy Diala Camacho Monteiro" userId="244d8470-8c86-486b-9a54-8921d9b16eff" providerId="ADAL" clId="{9C1D7844-ECFA-45A2-8F5B-086A969801E5}" dt="2026-04-15T23:02:01.751" v="721" actId="790"/>
          <ac:spMkLst>
            <pc:docMk/>
            <pc:sldMk cId="1452608646" sldId="300"/>
            <ac:spMk id="95" creationId="{903FDB44-9550-57B0-6905-C15E6391B8B7}"/>
          </ac:spMkLst>
        </pc:spChg>
        <pc:spChg chg="mod">
          <ac:chgData name="Jayamy Diala Camacho Monteiro" userId="244d8470-8c86-486b-9a54-8921d9b16eff" providerId="ADAL" clId="{9C1D7844-ECFA-45A2-8F5B-086A969801E5}" dt="2026-04-15T23:02:01.112" v="347" actId="947"/>
          <ac:spMkLst>
            <pc:docMk/>
            <pc:sldMk cId="1452608646" sldId="300"/>
            <ac:spMk id="98" creationId="{4C5FB161-7A5C-0E11-3551-5D11B06CE4E0}"/>
          </ac:spMkLst>
        </pc:spChg>
        <pc:graphicFrameChg chg="mod">
          <ac:chgData name="Jayamy Diala Camacho Monteiro" userId="244d8470-8c86-486b-9a54-8921d9b16eff" providerId="ADAL" clId="{9C1D7844-ECFA-45A2-8F5B-086A969801E5}" dt="2026-04-15T23:02:02.902" v="1023"/>
          <ac:graphicFrameMkLst>
            <pc:docMk/>
            <pc:sldMk cId="1452608646" sldId="300"/>
            <ac:graphicFrameMk id="41" creationId="{AE534360-F8FD-B6BD-31E1-8902480766F4}"/>
          </ac:graphicFrameMkLst>
        </pc:graphicFrameChg>
      </pc:sldChg>
      <pc:sldChg chg="addSp modSp new mod">
        <pc:chgData name="Jayamy Diala Camacho Monteiro" userId="244d8470-8c86-486b-9a54-8921d9b16eff" providerId="ADAL" clId="{9C1D7844-ECFA-45A2-8F5B-086A969801E5}" dt="2026-04-15T23:45:08.142" v="1550" actId="20577"/>
        <pc:sldMkLst>
          <pc:docMk/>
          <pc:sldMk cId="1843534611" sldId="301"/>
        </pc:sldMkLst>
        <pc:spChg chg="mod">
          <ac:chgData name="Jayamy Diala Camacho Monteiro" userId="244d8470-8c86-486b-9a54-8921d9b16eff" providerId="ADAL" clId="{9C1D7844-ECFA-45A2-8F5B-086A969801E5}" dt="2026-04-15T23:30:58.925" v="1397" actId="299"/>
          <ac:spMkLst>
            <pc:docMk/>
            <pc:sldMk cId="1843534611" sldId="301"/>
            <ac:spMk id="2" creationId="{4307AC0E-4A9D-2B2A-7C5F-8B5208D525EE}"/>
          </ac:spMkLst>
        </pc:spChg>
        <pc:spChg chg="mod">
          <ac:chgData name="Jayamy Diala Camacho Monteiro" userId="244d8470-8c86-486b-9a54-8921d9b16eff" providerId="ADAL" clId="{9C1D7844-ECFA-45A2-8F5B-086A969801E5}" dt="2026-04-15T23:31:25.917" v="1424" actId="20577"/>
          <ac:spMkLst>
            <pc:docMk/>
            <pc:sldMk cId="1843534611" sldId="301"/>
            <ac:spMk id="3" creationId="{7E03D524-E137-951D-71FF-9871166BCC15}"/>
          </ac:spMkLst>
        </pc:spChg>
        <pc:spChg chg="add mod">
          <ac:chgData name="Jayamy Diala Camacho Monteiro" userId="244d8470-8c86-486b-9a54-8921d9b16eff" providerId="ADAL" clId="{9C1D7844-ECFA-45A2-8F5B-086A969801E5}" dt="2026-04-15T23:36:58.248" v="1442" actId="20577"/>
          <ac:spMkLst>
            <pc:docMk/>
            <pc:sldMk cId="1843534611" sldId="301"/>
            <ac:spMk id="8" creationId="{11CA2CD6-53E6-EAF1-EFBA-9B93BD22F372}"/>
          </ac:spMkLst>
        </pc:spChg>
        <pc:spChg chg="add mod">
          <ac:chgData name="Jayamy Diala Camacho Monteiro" userId="244d8470-8c86-486b-9a54-8921d9b16eff" providerId="ADAL" clId="{9C1D7844-ECFA-45A2-8F5B-086A969801E5}" dt="2026-04-15T23:32:20.484" v="1427"/>
          <ac:spMkLst>
            <pc:docMk/>
            <pc:sldMk cId="1843534611" sldId="301"/>
            <ac:spMk id="9" creationId="{6604F87A-0876-B5BC-734A-209652502B0D}"/>
          </ac:spMkLst>
        </pc:spChg>
        <pc:spChg chg="add mod">
          <ac:chgData name="Jayamy Diala Camacho Monteiro" userId="244d8470-8c86-486b-9a54-8921d9b16eff" providerId="ADAL" clId="{9C1D7844-ECFA-45A2-8F5B-086A969801E5}" dt="2026-04-15T23:32:20.484" v="1427"/>
          <ac:spMkLst>
            <pc:docMk/>
            <pc:sldMk cId="1843534611" sldId="301"/>
            <ac:spMk id="10" creationId="{F74A8CE0-DCE7-3277-E23A-6CC7D90C6D8A}"/>
          </ac:spMkLst>
        </pc:spChg>
        <pc:spChg chg="add mod">
          <ac:chgData name="Jayamy Diala Camacho Monteiro" userId="244d8470-8c86-486b-9a54-8921d9b16eff" providerId="ADAL" clId="{9C1D7844-ECFA-45A2-8F5B-086A969801E5}" dt="2026-04-15T23:38:34.140" v="1536" actId="404"/>
          <ac:spMkLst>
            <pc:docMk/>
            <pc:sldMk cId="1843534611" sldId="301"/>
            <ac:spMk id="11" creationId="{627B673B-E5C7-E427-6A86-43C218D54258}"/>
          </ac:spMkLst>
        </pc:spChg>
        <pc:spChg chg="add mod">
          <ac:chgData name="Jayamy Diala Camacho Monteiro" userId="244d8470-8c86-486b-9a54-8921d9b16eff" providerId="ADAL" clId="{9C1D7844-ECFA-45A2-8F5B-086A969801E5}" dt="2026-04-15T23:37:12.540" v="1450" actId="20577"/>
          <ac:spMkLst>
            <pc:docMk/>
            <pc:sldMk cId="1843534611" sldId="301"/>
            <ac:spMk id="12" creationId="{7B48DF74-09F7-CCE1-AFAA-45CAEF587EA8}"/>
          </ac:spMkLst>
        </pc:spChg>
        <pc:spChg chg="add mod">
          <ac:chgData name="Jayamy Diala Camacho Monteiro" userId="244d8470-8c86-486b-9a54-8921d9b16eff" providerId="ADAL" clId="{9C1D7844-ECFA-45A2-8F5B-086A969801E5}" dt="2026-04-15T23:32:20.484" v="1427"/>
          <ac:spMkLst>
            <pc:docMk/>
            <pc:sldMk cId="1843534611" sldId="301"/>
            <ac:spMk id="13" creationId="{D7874BA2-1680-C9DF-8C0D-54D5298962D6}"/>
          </ac:spMkLst>
        </pc:spChg>
        <pc:spChg chg="add mod">
          <ac:chgData name="Jayamy Diala Camacho Monteiro" userId="244d8470-8c86-486b-9a54-8921d9b16eff" providerId="ADAL" clId="{9C1D7844-ECFA-45A2-8F5B-086A969801E5}" dt="2026-04-15T23:45:08.142" v="1550" actId="20577"/>
          <ac:spMkLst>
            <pc:docMk/>
            <pc:sldMk cId="1843534611" sldId="301"/>
            <ac:spMk id="14" creationId="{8CB90A30-BF56-6028-7E53-1CB00DA12DDC}"/>
          </ac:spMkLst>
        </pc:spChg>
        <pc:spChg chg="add mod">
          <ac:chgData name="Jayamy Diala Camacho Monteiro" userId="244d8470-8c86-486b-9a54-8921d9b16eff" providerId="ADAL" clId="{9C1D7844-ECFA-45A2-8F5B-086A969801E5}" dt="2026-04-15T23:44:59.393" v="1544" actId="20577"/>
          <ac:spMkLst>
            <pc:docMk/>
            <pc:sldMk cId="1843534611" sldId="301"/>
            <ac:spMk id="15" creationId="{ADC40644-EAC6-7CBB-315B-C44DF03D9BF7}"/>
          </ac:spMkLst>
        </pc:spChg>
        <pc:spChg chg="add mod">
          <ac:chgData name="Jayamy Diala Camacho Monteiro" userId="244d8470-8c86-486b-9a54-8921d9b16eff" providerId="ADAL" clId="{9C1D7844-ECFA-45A2-8F5B-086A969801E5}" dt="2026-04-15T23:44:54.579" v="1540" actId="20577"/>
          <ac:spMkLst>
            <pc:docMk/>
            <pc:sldMk cId="1843534611" sldId="301"/>
            <ac:spMk id="16" creationId="{881E6FB2-5CEC-B033-EA94-532AD18C0C45}"/>
          </ac:spMkLst>
        </pc:spChg>
        <pc:spChg chg="add mod">
          <ac:chgData name="Jayamy Diala Camacho Monteiro" userId="244d8470-8c86-486b-9a54-8921d9b16eff" providerId="ADAL" clId="{9C1D7844-ECFA-45A2-8F5B-086A969801E5}" dt="2026-04-15T23:32:30.081" v="1428"/>
          <ac:spMkLst>
            <pc:docMk/>
            <pc:sldMk cId="1843534611" sldId="301"/>
            <ac:spMk id="17" creationId="{B930DE3E-5216-0321-19C9-1FA4C92F39AB}"/>
          </ac:spMkLst>
        </pc:spChg>
        <pc:graphicFrameChg chg="add mod ord modVis">
          <ac:chgData name="Jayamy Diala Camacho Monteiro" userId="244d8470-8c86-486b-9a54-8921d9b16eff" providerId="ADAL" clId="{9C1D7844-ECFA-45A2-8F5B-086A969801E5}" dt="2026-04-15T23:30:58.192" v="1393"/>
          <ac:graphicFrameMkLst>
            <pc:docMk/>
            <pc:sldMk cId="1843534611" sldId="301"/>
            <ac:graphicFrameMk id="7" creationId="{AF67F64A-8541-4293-EEA9-3F40F2B8920E}"/>
          </ac:graphicFrameMkLst>
        </pc:graphicFrameChg>
        <pc:picChg chg="add mod">
          <ac:chgData name="Jayamy Diala Camacho Monteiro" userId="244d8470-8c86-486b-9a54-8921d9b16eff" providerId="ADAL" clId="{9C1D7844-ECFA-45A2-8F5B-086A969801E5}" dt="2026-04-15T23:34:03.482" v="1438" actId="1076"/>
          <ac:picMkLst>
            <pc:docMk/>
            <pc:sldMk cId="1843534611" sldId="301"/>
            <ac:picMk id="20" creationId="{A0260151-C5F3-09E0-71AD-BEBD5C47F7DE}"/>
          </ac:picMkLst>
        </pc:picChg>
      </pc:sldChg>
      <pc:sldChg chg="modSp new mod ord">
        <pc:chgData name="Jayamy Diala Camacho Monteiro" userId="244d8470-8c86-486b-9a54-8921d9b16eff" providerId="ADAL" clId="{9C1D7844-ECFA-45A2-8F5B-086A969801E5}" dt="2026-04-15T23:46:36.697" v="1593" actId="20577"/>
        <pc:sldMkLst>
          <pc:docMk/>
          <pc:sldMk cId="464399593" sldId="302"/>
        </pc:sldMkLst>
        <pc:spChg chg="mod">
          <ac:chgData name="Jayamy Diala Camacho Monteiro" userId="244d8470-8c86-486b-9a54-8921d9b16eff" providerId="ADAL" clId="{9C1D7844-ECFA-45A2-8F5B-086A969801E5}" dt="2026-04-15T23:46:30.313" v="1576" actId="20577"/>
          <ac:spMkLst>
            <pc:docMk/>
            <pc:sldMk cId="464399593" sldId="302"/>
            <ac:spMk id="2" creationId="{10798945-CF34-8A85-E340-8AA033057F53}"/>
          </ac:spMkLst>
        </pc:spChg>
        <pc:spChg chg="mod">
          <ac:chgData name="Jayamy Diala Camacho Monteiro" userId="244d8470-8c86-486b-9a54-8921d9b16eff" providerId="ADAL" clId="{9C1D7844-ECFA-45A2-8F5B-086A969801E5}" dt="2026-04-15T23:46:36.697" v="1593" actId="20577"/>
          <ac:spMkLst>
            <pc:docMk/>
            <pc:sldMk cId="464399593" sldId="302"/>
            <ac:spMk id="3" creationId="{26650C34-6E3B-ED53-D0B6-C592C613D126}"/>
          </ac:spMkLst>
        </pc:spChg>
      </pc:sldChg>
      <pc:sldChg chg="addSp delSp modSp new mod">
        <pc:chgData name="Jayamy Diala Camacho Monteiro" userId="244d8470-8c86-486b-9a54-8921d9b16eff" providerId="ADAL" clId="{9C1D7844-ECFA-45A2-8F5B-086A969801E5}" dt="2026-04-17T12:00:52.228" v="7384" actId="20577"/>
        <pc:sldMkLst>
          <pc:docMk/>
          <pc:sldMk cId="2544812054" sldId="303"/>
        </pc:sldMkLst>
        <pc:spChg chg="mod ord">
          <ac:chgData name="Jayamy Diala Camacho Monteiro" userId="244d8470-8c86-486b-9a54-8921d9b16eff" providerId="ADAL" clId="{9C1D7844-ECFA-45A2-8F5B-086A969801E5}" dt="2026-04-17T10:39:12.703" v="6842"/>
          <ac:spMkLst>
            <pc:docMk/>
            <pc:sldMk cId="2544812054" sldId="303"/>
            <ac:spMk id="2" creationId="{C9AE138E-30CA-F011-1BB8-9F64B0F95D89}"/>
          </ac:spMkLst>
        </pc:spChg>
        <pc:spChg chg="mod ord">
          <ac:chgData name="Jayamy Diala Camacho Monteiro" userId="244d8470-8c86-486b-9a54-8921d9b16eff" providerId="ADAL" clId="{9C1D7844-ECFA-45A2-8F5B-086A969801E5}" dt="2026-04-17T11:00:28.433" v="7381" actId="20577"/>
          <ac:spMkLst>
            <pc:docMk/>
            <pc:sldMk cId="2544812054" sldId="303"/>
            <ac:spMk id="3" creationId="{2180B61A-4AC5-B957-D174-76FB273B8B23}"/>
          </ac:spMkLst>
        </pc:spChg>
        <pc:spChg chg="mod ord">
          <ac:chgData name="Jayamy Diala Camacho Monteiro" userId="244d8470-8c86-486b-9a54-8921d9b16eff" providerId="ADAL" clId="{9C1D7844-ECFA-45A2-8F5B-086A969801E5}" dt="2026-04-17T10:39:12.705" v="6846"/>
          <ac:spMkLst>
            <pc:docMk/>
            <pc:sldMk cId="2544812054" sldId="303"/>
            <ac:spMk id="4" creationId="{B16C9C3F-A104-24EA-64C8-55D1C9B36DC8}"/>
          </ac:spMkLst>
        </pc:spChg>
        <pc:spChg chg="mod ord">
          <ac:chgData name="Jayamy Diala Camacho Monteiro" userId="244d8470-8c86-486b-9a54-8921d9b16eff" providerId="ADAL" clId="{9C1D7844-ECFA-45A2-8F5B-086A969801E5}" dt="2026-04-17T10:39:12.705" v="6848"/>
          <ac:spMkLst>
            <pc:docMk/>
            <pc:sldMk cId="2544812054" sldId="303"/>
            <ac:spMk id="6" creationId="{51A69CBD-47C5-DDA4-CDFC-D40DA261F696}"/>
          </ac:spMkLst>
        </pc:spChg>
        <pc:spChg chg="add mod ord">
          <ac:chgData name="Jayamy Diala Camacho Monteiro" userId="244d8470-8c86-486b-9a54-8921d9b16eff" providerId="ADAL" clId="{9C1D7844-ECFA-45A2-8F5B-086A969801E5}" dt="2026-04-17T10:39:12.706" v="6850"/>
          <ac:spMkLst>
            <pc:docMk/>
            <pc:sldMk cId="2544812054" sldId="303"/>
            <ac:spMk id="7" creationId="{5DB83405-619F-4115-6ADD-82395EDDDA2E}"/>
          </ac:spMkLst>
        </pc:spChg>
        <pc:spChg chg="add mod ord">
          <ac:chgData name="Jayamy Diala Camacho Monteiro" userId="244d8470-8c86-486b-9a54-8921d9b16eff" providerId="ADAL" clId="{9C1D7844-ECFA-45A2-8F5B-086A969801E5}" dt="2026-04-17T10:39:12.707" v="6852"/>
          <ac:spMkLst>
            <pc:docMk/>
            <pc:sldMk cId="2544812054" sldId="303"/>
            <ac:spMk id="8" creationId="{89F5DD63-91DE-205A-BD9D-56114C9C0A95}"/>
          </ac:spMkLst>
        </pc:spChg>
        <pc:spChg chg="add mod ord">
          <ac:chgData name="Jayamy Diala Camacho Monteiro" userId="244d8470-8c86-486b-9a54-8921d9b16eff" providerId="ADAL" clId="{9C1D7844-ECFA-45A2-8F5B-086A969801E5}" dt="2026-04-17T10:39:12.707" v="6854"/>
          <ac:spMkLst>
            <pc:docMk/>
            <pc:sldMk cId="2544812054" sldId="303"/>
            <ac:spMk id="9" creationId="{80657F28-DCBB-979E-1487-87926E49D15B}"/>
          </ac:spMkLst>
        </pc:spChg>
        <pc:spChg chg="add mod ord">
          <ac:chgData name="Jayamy Diala Camacho Monteiro" userId="244d8470-8c86-486b-9a54-8921d9b16eff" providerId="ADAL" clId="{9C1D7844-ECFA-45A2-8F5B-086A969801E5}" dt="2026-04-17T10:56:55.088" v="7260" actId="255"/>
          <ac:spMkLst>
            <pc:docMk/>
            <pc:sldMk cId="2544812054" sldId="303"/>
            <ac:spMk id="11" creationId="{C2F844FD-7A9C-F000-31E8-FF4B7623F3A9}"/>
          </ac:spMkLst>
        </pc:spChg>
        <pc:spChg chg="add mod">
          <ac:chgData name="Jayamy Diala Camacho Monteiro" userId="244d8470-8c86-486b-9a54-8921d9b16eff" providerId="ADAL" clId="{9C1D7844-ECFA-45A2-8F5B-086A969801E5}" dt="2026-04-17T10:39:12.713" v="6863"/>
          <ac:spMkLst>
            <pc:docMk/>
            <pc:sldMk cId="2544812054" sldId="303"/>
            <ac:spMk id="17" creationId="{981119F3-CAE1-322F-584B-8307750045A6}"/>
          </ac:spMkLst>
        </pc:spChg>
        <pc:spChg chg="add mod">
          <ac:chgData name="Jayamy Diala Camacho Monteiro" userId="244d8470-8c86-486b-9a54-8921d9b16eff" providerId="ADAL" clId="{9C1D7844-ECFA-45A2-8F5B-086A969801E5}" dt="2026-04-17T10:39:12.715" v="6864"/>
          <ac:spMkLst>
            <pc:docMk/>
            <pc:sldMk cId="2544812054" sldId="303"/>
            <ac:spMk id="18" creationId="{981119F3-CAE1-322F-584B-8307750045A6}"/>
          </ac:spMkLst>
        </pc:spChg>
        <pc:spChg chg="add mod">
          <ac:chgData name="Jayamy Diala Camacho Monteiro" userId="244d8470-8c86-486b-9a54-8921d9b16eff" providerId="ADAL" clId="{9C1D7844-ECFA-45A2-8F5B-086A969801E5}" dt="2026-04-17T10:39:12.711" v="6861"/>
          <ac:spMkLst>
            <pc:docMk/>
            <pc:sldMk cId="2544812054" sldId="303"/>
            <ac:spMk id="23" creationId="{459A6069-EA0F-1600-A9CF-EEE649A059A0}"/>
          </ac:spMkLst>
        </pc:spChg>
        <pc:spChg chg="add mod">
          <ac:chgData name="Jayamy Diala Camacho Monteiro" userId="244d8470-8c86-486b-9a54-8921d9b16eff" providerId="ADAL" clId="{9C1D7844-ECFA-45A2-8F5B-086A969801E5}" dt="2026-04-17T10:39:12.712" v="6862"/>
          <ac:spMkLst>
            <pc:docMk/>
            <pc:sldMk cId="2544812054" sldId="303"/>
            <ac:spMk id="24" creationId="{2A56ED02-5C30-DDEC-B54E-1293616F8AFE}"/>
          </ac:spMkLst>
        </pc:spChg>
        <pc:graphicFrameChg chg="add mod ord modGraphic">
          <ac:chgData name="Jayamy Diala Camacho Monteiro" userId="244d8470-8c86-486b-9a54-8921d9b16eff" providerId="ADAL" clId="{9C1D7844-ECFA-45A2-8F5B-086A969801E5}" dt="2026-04-17T10:39:12.708" v="6856"/>
          <ac:graphicFrameMkLst>
            <pc:docMk/>
            <pc:sldMk cId="2544812054" sldId="303"/>
            <ac:graphicFrameMk id="10" creationId="{FFF06803-17E2-7584-5B6B-D023E50AC972}"/>
          </ac:graphicFrameMkLst>
        </pc:graphicFrameChg>
        <pc:graphicFrameChg chg="add mod ord modVis">
          <ac:chgData name="Jayamy Diala Camacho Monteiro" userId="244d8470-8c86-486b-9a54-8921d9b16eff" providerId="ADAL" clId="{9C1D7844-ECFA-45A2-8F5B-086A969801E5}" dt="2026-04-17T10:39:12.723" v="6870"/>
          <ac:graphicFrameMkLst>
            <pc:docMk/>
            <pc:sldMk cId="2544812054" sldId="303"/>
            <ac:graphicFrameMk id="14" creationId="{1EA03017-406D-59FB-09E9-994BC7C1402A}"/>
          </ac:graphicFrameMkLst>
        </pc:graphicFrameChg>
        <pc:graphicFrameChg chg="add mod ord modGraphic">
          <ac:chgData name="Jayamy Diala Camacho Monteiro" userId="244d8470-8c86-486b-9a54-8921d9b16eff" providerId="ADAL" clId="{9C1D7844-ECFA-45A2-8F5B-086A969801E5}" dt="2026-04-17T12:00:52.228" v="7384" actId="20577"/>
          <ac:graphicFrameMkLst>
            <pc:docMk/>
            <pc:sldMk cId="2544812054" sldId="303"/>
            <ac:graphicFrameMk id="49" creationId="{31D946D5-49FF-44DC-D95D-D156ED21228A}"/>
          </ac:graphicFrameMkLst>
        </pc:graphicFrameChg>
        <pc:graphicFrameChg chg="add mod ord">
          <ac:chgData name="Jayamy Diala Camacho Monteiro" userId="244d8470-8c86-486b-9a54-8921d9b16eff" providerId="ADAL" clId="{9C1D7844-ECFA-45A2-8F5B-086A969801E5}" dt="2026-04-17T10:39:12.710" v="6860"/>
          <ac:graphicFrameMkLst>
            <pc:docMk/>
            <pc:sldMk cId="2544812054" sldId="303"/>
            <ac:graphicFrameMk id="51" creationId="{F780A52B-8140-09C6-0914-3B51B4DFC1F8}"/>
          </ac:graphicFrameMkLst>
        </pc:graphicFrameChg>
      </pc:sldChg>
      <pc:sldChg chg="addSp delSp modSp add mod">
        <pc:chgData name="Jayamy Diala Camacho Monteiro" userId="244d8470-8c86-486b-9a54-8921d9b16eff" providerId="ADAL" clId="{9C1D7844-ECFA-45A2-8F5B-086A969801E5}" dt="2026-04-18T12:02:57.112" v="7747" actId="478"/>
        <pc:sldMkLst>
          <pc:docMk/>
          <pc:sldMk cId="1209917667" sldId="304"/>
        </pc:sldMkLst>
        <pc:spChg chg="mod ord">
          <ac:chgData name="Jayamy Diala Camacho Monteiro" userId="244d8470-8c86-486b-9a54-8921d9b16eff" providerId="ADAL" clId="{9C1D7844-ECFA-45A2-8F5B-086A969801E5}" dt="2026-04-17T12:04:44.383" v="7562"/>
          <ac:spMkLst>
            <pc:docMk/>
            <pc:sldMk cId="1209917667" sldId="304"/>
            <ac:spMk id="2" creationId="{22120072-A97C-BA4A-D540-4C03D0726DA3}"/>
          </ac:spMkLst>
        </pc:spChg>
        <pc:spChg chg="mod ord">
          <ac:chgData name="Jayamy Diala Camacho Monteiro" userId="244d8470-8c86-486b-9a54-8921d9b16eff" providerId="ADAL" clId="{9C1D7844-ECFA-45A2-8F5B-086A969801E5}" dt="2026-04-17T12:04:44.383" v="7564"/>
          <ac:spMkLst>
            <pc:docMk/>
            <pc:sldMk cId="1209917667" sldId="304"/>
            <ac:spMk id="3" creationId="{7FCFAB8F-9AA3-A55F-8363-ABBED6BCB4B3}"/>
          </ac:spMkLst>
        </pc:spChg>
        <pc:spChg chg="mod ord">
          <ac:chgData name="Jayamy Diala Camacho Monteiro" userId="244d8470-8c86-486b-9a54-8921d9b16eff" providerId="ADAL" clId="{9C1D7844-ECFA-45A2-8F5B-086A969801E5}" dt="2026-04-17T12:04:44.383" v="7566"/>
          <ac:spMkLst>
            <pc:docMk/>
            <pc:sldMk cId="1209917667" sldId="304"/>
            <ac:spMk id="4" creationId="{D0D11A37-BEE1-F178-72C7-74B36E7986B4}"/>
          </ac:spMkLst>
        </pc:spChg>
        <pc:spChg chg="mod ord">
          <ac:chgData name="Jayamy Diala Camacho Monteiro" userId="244d8470-8c86-486b-9a54-8921d9b16eff" providerId="ADAL" clId="{9C1D7844-ECFA-45A2-8F5B-086A969801E5}" dt="2026-04-17T12:04:44.399" v="7568"/>
          <ac:spMkLst>
            <pc:docMk/>
            <pc:sldMk cId="1209917667" sldId="304"/>
            <ac:spMk id="6" creationId="{F765D3A9-D42F-2206-C504-73A97A9C362F}"/>
          </ac:spMkLst>
        </pc:spChg>
        <pc:spChg chg="mod ord">
          <ac:chgData name="Jayamy Diala Camacho Monteiro" userId="244d8470-8c86-486b-9a54-8921d9b16eff" providerId="ADAL" clId="{9C1D7844-ECFA-45A2-8F5B-086A969801E5}" dt="2026-04-17T12:04:44.399" v="7570"/>
          <ac:spMkLst>
            <pc:docMk/>
            <pc:sldMk cId="1209917667" sldId="304"/>
            <ac:spMk id="7" creationId="{58E7A3BD-35C2-D21C-33E3-1628BEB544E1}"/>
          </ac:spMkLst>
        </pc:spChg>
        <pc:spChg chg="mod ord">
          <ac:chgData name="Jayamy Diala Camacho Monteiro" userId="244d8470-8c86-486b-9a54-8921d9b16eff" providerId="ADAL" clId="{9C1D7844-ECFA-45A2-8F5B-086A969801E5}" dt="2026-04-17T12:04:44.399" v="7572"/>
          <ac:spMkLst>
            <pc:docMk/>
            <pc:sldMk cId="1209917667" sldId="304"/>
            <ac:spMk id="8" creationId="{1A492558-A2DC-40FB-7E66-DDB9CE84A092}"/>
          </ac:spMkLst>
        </pc:spChg>
        <pc:spChg chg="mod ord">
          <ac:chgData name="Jayamy Diala Camacho Monteiro" userId="244d8470-8c86-486b-9a54-8921d9b16eff" providerId="ADAL" clId="{9C1D7844-ECFA-45A2-8F5B-086A969801E5}" dt="2026-04-17T12:04:44.399" v="7574"/>
          <ac:spMkLst>
            <pc:docMk/>
            <pc:sldMk cId="1209917667" sldId="304"/>
            <ac:spMk id="9" creationId="{7D48C1D3-F05B-B5FE-F055-37ABFC8E7910}"/>
          </ac:spMkLst>
        </pc:spChg>
        <pc:spChg chg="mod ord">
          <ac:chgData name="Jayamy Diala Camacho Monteiro" userId="244d8470-8c86-486b-9a54-8921d9b16eff" providerId="ADAL" clId="{9C1D7844-ECFA-45A2-8F5B-086A969801E5}" dt="2026-04-17T12:04:44.399" v="7576"/>
          <ac:spMkLst>
            <pc:docMk/>
            <pc:sldMk cId="1209917667" sldId="304"/>
            <ac:spMk id="11" creationId="{CCD0E084-6A1B-7ADC-D5B3-4ECD5A7AE1DA}"/>
          </ac:spMkLst>
        </pc:spChg>
        <pc:spChg chg="add mod ord">
          <ac:chgData name="Jayamy Diala Camacho Monteiro" userId="244d8470-8c86-486b-9a54-8921d9b16eff" providerId="ADAL" clId="{9C1D7844-ECFA-45A2-8F5B-086A969801E5}" dt="2026-04-17T12:04:44.399" v="7578"/>
          <ac:spMkLst>
            <pc:docMk/>
            <pc:sldMk cId="1209917667" sldId="304"/>
            <ac:spMk id="15" creationId="{0A39515A-39EE-8AC5-E1AD-FE618F3A67D5}"/>
          </ac:spMkLst>
        </pc:spChg>
        <pc:graphicFrameChg chg="mod ord">
          <ac:chgData name="Jayamy Diala Camacho Monteiro" userId="244d8470-8c86-486b-9a54-8921d9b16eff" providerId="ADAL" clId="{9C1D7844-ECFA-45A2-8F5B-086A969801E5}" dt="2026-04-17T12:04:44.399" v="7584"/>
          <ac:graphicFrameMkLst>
            <pc:docMk/>
            <pc:sldMk cId="1209917667" sldId="304"/>
            <ac:graphicFrameMk id="10" creationId="{00000000-0008-0000-0800-000099000000}"/>
          </ac:graphicFrameMkLst>
        </pc:graphicFrameChg>
        <pc:graphicFrameChg chg="mod">
          <ac:chgData name="Jayamy Diala Camacho Monteiro" userId="244d8470-8c86-486b-9a54-8921d9b16eff" providerId="ADAL" clId="{9C1D7844-ECFA-45A2-8F5B-086A969801E5}" dt="2026-04-17T12:04:44.399" v="7586"/>
          <ac:graphicFrameMkLst>
            <pc:docMk/>
            <pc:sldMk cId="1209917667" sldId="304"/>
            <ac:graphicFrameMk id="14" creationId="{2AE9C756-737C-F78B-651F-57590DE79139}"/>
          </ac:graphicFrameMkLst>
        </pc:graphicFrameChg>
        <pc:graphicFrameChg chg="add mod ord modGraphic">
          <ac:chgData name="Jayamy Diala Camacho Monteiro" userId="244d8470-8c86-486b-9a54-8921d9b16eff" providerId="ADAL" clId="{9C1D7844-ECFA-45A2-8F5B-086A969801E5}" dt="2026-04-17T12:04:44.399" v="7580"/>
          <ac:graphicFrameMkLst>
            <pc:docMk/>
            <pc:sldMk cId="1209917667" sldId="304"/>
            <ac:graphicFrameMk id="16" creationId="{A3808B68-6941-0B30-A444-A2A460EF5D7A}"/>
          </ac:graphicFrameMkLst>
        </pc:graphicFrameChg>
      </pc:sldChg>
      <pc:sldChg chg="addSp delSp modSp add mod">
        <pc:chgData name="Jayamy Diala Camacho Monteiro" userId="244d8470-8c86-486b-9a54-8921d9b16eff" providerId="ADAL" clId="{9C1D7844-ECFA-45A2-8F5B-086A969801E5}" dt="2026-04-18T12:03:03.295" v="7748" actId="478"/>
        <pc:sldMkLst>
          <pc:docMk/>
          <pc:sldMk cId="2569366682" sldId="305"/>
        </pc:sldMkLst>
        <pc:spChg chg="mod ord">
          <ac:chgData name="Jayamy Diala Camacho Monteiro" userId="244d8470-8c86-486b-9a54-8921d9b16eff" providerId="ADAL" clId="{9C1D7844-ECFA-45A2-8F5B-086A969801E5}" dt="2026-04-17T12:04:33.523" v="7531"/>
          <ac:spMkLst>
            <pc:docMk/>
            <pc:sldMk cId="2569366682" sldId="305"/>
            <ac:spMk id="2" creationId="{35DA49C3-AB33-C5B7-7B0E-EF2A135180D6}"/>
          </ac:spMkLst>
        </pc:spChg>
        <pc:spChg chg="mod ord">
          <ac:chgData name="Jayamy Diala Camacho Monteiro" userId="244d8470-8c86-486b-9a54-8921d9b16eff" providerId="ADAL" clId="{9C1D7844-ECFA-45A2-8F5B-086A969801E5}" dt="2026-04-17T12:04:33.523" v="7533"/>
          <ac:spMkLst>
            <pc:docMk/>
            <pc:sldMk cId="2569366682" sldId="305"/>
            <ac:spMk id="3" creationId="{66C4807C-EC6C-1162-9F70-8AD0AC8344F8}"/>
          </ac:spMkLst>
        </pc:spChg>
        <pc:spChg chg="mod ord">
          <ac:chgData name="Jayamy Diala Camacho Monteiro" userId="244d8470-8c86-486b-9a54-8921d9b16eff" providerId="ADAL" clId="{9C1D7844-ECFA-45A2-8F5B-086A969801E5}" dt="2026-04-17T12:04:33.523" v="7535"/>
          <ac:spMkLst>
            <pc:docMk/>
            <pc:sldMk cId="2569366682" sldId="305"/>
            <ac:spMk id="4" creationId="{8BF16B94-1CB4-2D82-8B0C-9E1118D9DFAB}"/>
          </ac:spMkLst>
        </pc:spChg>
        <pc:spChg chg="mod ord">
          <ac:chgData name="Jayamy Diala Camacho Monteiro" userId="244d8470-8c86-486b-9a54-8921d9b16eff" providerId="ADAL" clId="{9C1D7844-ECFA-45A2-8F5B-086A969801E5}" dt="2026-04-17T12:04:33.523" v="7537"/>
          <ac:spMkLst>
            <pc:docMk/>
            <pc:sldMk cId="2569366682" sldId="305"/>
            <ac:spMk id="6" creationId="{9D0B61F6-AF24-2591-E99B-5C2A792A5F53}"/>
          </ac:spMkLst>
        </pc:spChg>
        <pc:spChg chg="mod ord">
          <ac:chgData name="Jayamy Diala Camacho Monteiro" userId="244d8470-8c86-486b-9a54-8921d9b16eff" providerId="ADAL" clId="{9C1D7844-ECFA-45A2-8F5B-086A969801E5}" dt="2026-04-17T12:04:33.523" v="7539"/>
          <ac:spMkLst>
            <pc:docMk/>
            <pc:sldMk cId="2569366682" sldId="305"/>
            <ac:spMk id="7" creationId="{45104FEE-D971-E071-E815-4E201E07ECD8}"/>
          </ac:spMkLst>
        </pc:spChg>
        <pc:spChg chg="mod ord">
          <ac:chgData name="Jayamy Diala Camacho Monteiro" userId="244d8470-8c86-486b-9a54-8921d9b16eff" providerId="ADAL" clId="{9C1D7844-ECFA-45A2-8F5B-086A969801E5}" dt="2026-04-17T12:04:33.523" v="7541"/>
          <ac:spMkLst>
            <pc:docMk/>
            <pc:sldMk cId="2569366682" sldId="305"/>
            <ac:spMk id="8" creationId="{BD02B8C7-197E-6992-D5F9-87F9F0C964B2}"/>
          </ac:spMkLst>
        </pc:spChg>
        <pc:spChg chg="mod ord">
          <ac:chgData name="Jayamy Diala Camacho Monteiro" userId="244d8470-8c86-486b-9a54-8921d9b16eff" providerId="ADAL" clId="{9C1D7844-ECFA-45A2-8F5B-086A969801E5}" dt="2026-04-17T12:04:33.539" v="7543"/>
          <ac:spMkLst>
            <pc:docMk/>
            <pc:sldMk cId="2569366682" sldId="305"/>
            <ac:spMk id="9" creationId="{7A6A6CA7-DE72-57ED-04A3-F3850F019FB2}"/>
          </ac:spMkLst>
        </pc:spChg>
        <pc:spChg chg="mod ord">
          <ac:chgData name="Jayamy Diala Camacho Monteiro" userId="244d8470-8c86-486b-9a54-8921d9b16eff" providerId="ADAL" clId="{9C1D7844-ECFA-45A2-8F5B-086A969801E5}" dt="2026-04-17T12:04:33.539" v="7545"/>
          <ac:spMkLst>
            <pc:docMk/>
            <pc:sldMk cId="2569366682" sldId="305"/>
            <ac:spMk id="11" creationId="{B2066B21-DAE5-332A-49E7-A54508812DEF}"/>
          </ac:spMkLst>
        </pc:spChg>
        <pc:spChg chg="mod ord">
          <ac:chgData name="Jayamy Diala Camacho Monteiro" userId="244d8470-8c86-486b-9a54-8921d9b16eff" providerId="ADAL" clId="{9C1D7844-ECFA-45A2-8F5B-086A969801E5}" dt="2026-04-17T12:04:33.539" v="7547"/>
          <ac:spMkLst>
            <pc:docMk/>
            <pc:sldMk cId="2569366682" sldId="305"/>
            <ac:spMk id="15" creationId="{02FA5BB2-3755-C54C-E50C-791778D96322}"/>
          </ac:spMkLst>
        </pc:spChg>
        <pc:graphicFrameChg chg="mod ord">
          <ac:chgData name="Jayamy Diala Camacho Monteiro" userId="244d8470-8c86-486b-9a54-8921d9b16eff" providerId="ADAL" clId="{9C1D7844-ECFA-45A2-8F5B-086A969801E5}" dt="2026-04-17T12:04:33.539" v="7553"/>
          <ac:graphicFrameMkLst>
            <pc:docMk/>
            <pc:sldMk cId="2569366682" sldId="305"/>
            <ac:graphicFrameMk id="12" creationId="{00000000-0008-0000-0800-00009A000000}"/>
          </ac:graphicFrameMkLst>
        </pc:graphicFrameChg>
        <pc:graphicFrameChg chg="mod">
          <ac:chgData name="Jayamy Diala Camacho Monteiro" userId="244d8470-8c86-486b-9a54-8921d9b16eff" providerId="ADAL" clId="{9C1D7844-ECFA-45A2-8F5B-086A969801E5}" dt="2026-04-17T12:04:33.539" v="7555"/>
          <ac:graphicFrameMkLst>
            <pc:docMk/>
            <pc:sldMk cId="2569366682" sldId="305"/>
            <ac:graphicFrameMk id="14" creationId="{0F918A6D-F811-9AFB-3C53-CEEA049D256E}"/>
          </ac:graphicFrameMkLst>
        </pc:graphicFrameChg>
        <pc:graphicFrameChg chg="mod ord modGraphic">
          <ac:chgData name="Jayamy Diala Camacho Monteiro" userId="244d8470-8c86-486b-9a54-8921d9b16eff" providerId="ADAL" clId="{9C1D7844-ECFA-45A2-8F5B-086A969801E5}" dt="2026-04-17T12:04:33.539" v="7549"/>
          <ac:graphicFrameMkLst>
            <pc:docMk/>
            <pc:sldMk cId="2569366682" sldId="305"/>
            <ac:graphicFrameMk id="16" creationId="{0204897A-4CB5-5DC2-170B-1ABFF84F3B20}"/>
          </ac:graphicFrameMkLst>
        </pc:graphicFrameChg>
      </pc:sldChg>
      <pc:sldChg chg="addSp delSp modSp add mod ord modShow">
        <pc:chgData name="Jayamy Diala Camacho Monteiro" userId="244d8470-8c86-486b-9a54-8921d9b16eff" providerId="ADAL" clId="{9C1D7844-ECFA-45A2-8F5B-086A969801E5}" dt="2026-04-18T12:03:05.563" v="7749" actId="478"/>
        <pc:sldMkLst>
          <pc:docMk/>
          <pc:sldMk cId="83427112" sldId="306"/>
        </pc:sldMkLst>
        <pc:spChg chg="mod ord">
          <ac:chgData name="Jayamy Diala Camacho Monteiro" userId="244d8470-8c86-486b-9a54-8921d9b16eff" providerId="ADAL" clId="{9C1D7844-ECFA-45A2-8F5B-086A969801E5}" dt="2026-04-17T12:04:22.430" v="7500"/>
          <ac:spMkLst>
            <pc:docMk/>
            <pc:sldMk cId="83427112" sldId="306"/>
            <ac:spMk id="2" creationId="{247843CD-6B3A-CE1B-3D77-C8679093AF76}"/>
          </ac:spMkLst>
        </pc:spChg>
        <pc:spChg chg="mod ord">
          <ac:chgData name="Jayamy Diala Camacho Monteiro" userId="244d8470-8c86-486b-9a54-8921d9b16eff" providerId="ADAL" clId="{9C1D7844-ECFA-45A2-8F5B-086A969801E5}" dt="2026-04-17T12:04:22.430" v="7502"/>
          <ac:spMkLst>
            <pc:docMk/>
            <pc:sldMk cId="83427112" sldId="306"/>
            <ac:spMk id="3" creationId="{88ADE716-842B-52F0-928C-C212CCBD235D}"/>
          </ac:spMkLst>
        </pc:spChg>
        <pc:spChg chg="mod ord">
          <ac:chgData name="Jayamy Diala Camacho Monteiro" userId="244d8470-8c86-486b-9a54-8921d9b16eff" providerId="ADAL" clId="{9C1D7844-ECFA-45A2-8F5B-086A969801E5}" dt="2026-04-17T12:04:22.430" v="7504"/>
          <ac:spMkLst>
            <pc:docMk/>
            <pc:sldMk cId="83427112" sldId="306"/>
            <ac:spMk id="4" creationId="{4101BBF0-A476-0DBF-B2D1-4207146A318C}"/>
          </ac:spMkLst>
        </pc:spChg>
        <pc:spChg chg="mod ord">
          <ac:chgData name="Jayamy Diala Camacho Monteiro" userId="244d8470-8c86-486b-9a54-8921d9b16eff" providerId="ADAL" clId="{9C1D7844-ECFA-45A2-8F5B-086A969801E5}" dt="2026-04-17T12:04:22.430" v="7506"/>
          <ac:spMkLst>
            <pc:docMk/>
            <pc:sldMk cId="83427112" sldId="306"/>
            <ac:spMk id="6" creationId="{4F8BF6AC-2B76-9AD8-A84F-50B20EF077E4}"/>
          </ac:spMkLst>
        </pc:spChg>
        <pc:spChg chg="mod ord">
          <ac:chgData name="Jayamy Diala Camacho Monteiro" userId="244d8470-8c86-486b-9a54-8921d9b16eff" providerId="ADAL" clId="{9C1D7844-ECFA-45A2-8F5B-086A969801E5}" dt="2026-04-17T12:04:22.430" v="7508"/>
          <ac:spMkLst>
            <pc:docMk/>
            <pc:sldMk cId="83427112" sldId="306"/>
            <ac:spMk id="7" creationId="{735E6A2F-AEA1-749E-C20D-46F63F7E700A}"/>
          </ac:spMkLst>
        </pc:spChg>
        <pc:spChg chg="mod ord">
          <ac:chgData name="Jayamy Diala Camacho Monteiro" userId="244d8470-8c86-486b-9a54-8921d9b16eff" providerId="ADAL" clId="{9C1D7844-ECFA-45A2-8F5B-086A969801E5}" dt="2026-04-17T12:04:22.430" v="7510"/>
          <ac:spMkLst>
            <pc:docMk/>
            <pc:sldMk cId="83427112" sldId="306"/>
            <ac:spMk id="8" creationId="{2EB0F966-C1B2-D2DD-7C74-2F3F7849CEFF}"/>
          </ac:spMkLst>
        </pc:spChg>
        <pc:spChg chg="mod ord">
          <ac:chgData name="Jayamy Diala Camacho Monteiro" userId="244d8470-8c86-486b-9a54-8921d9b16eff" providerId="ADAL" clId="{9C1D7844-ECFA-45A2-8F5B-086A969801E5}" dt="2026-04-17T12:04:22.430" v="7512"/>
          <ac:spMkLst>
            <pc:docMk/>
            <pc:sldMk cId="83427112" sldId="306"/>
            <ac:spMk id="9" creationId="{17D74FA7-84C6-E4F7-FF04-D2E4114C5EC6}"/>
          </ac:spMkLst>
        </pc:spChg>
        <pc:spChg chg="mod ord">
          <ac:chgData name="Jayamy Diala Camacho Monteiro" userId="244d8470-8c86-486b-9a54-8921d9b16eff" providerId="ADAL" clId="{9C1D7844-ECFA-45A2-8F5B-086A969801E5}" dt="2026-04-17T12:04:22.430" v="7514"/>
          <ac:spMkLst>
            <pc:docMk/>
            <pc:sldMk cId="83427112" sldId="306"/>
            <ac:spMk id="11" creationId="{A93FD88F-7F03-32EA-953F-8DEE056B4DAC}"/>
          </ac:spMkLst>
        </pc:spChg>
        <pc:spChg chg="mod ord">
          <ac:chgData name="Jayamy Diala Camacho Monteiro" userId="244d8470-8c86-486b-9a54-8921d9b16eff" providerId="ADAL" clId="{9C1D7844-ECFA-45A2-8F5B-086A969801E5}" dt="2026-04-17T12:04:22.430" v="7516"/>
          <ac:spMkLst>
            <pc:docMk/>
            <pc:sldMk cId="83427112" sldId="306"/>
            <ac:spMk id="15" creationId="{BCB71128-6748-1E31-FDCE-247D1BA230D6}"/>
          </ac:spMkLst>
        </pc:spChg>
        <pc:graphicFrameChg chg="add mod ord modGraphic">
          <ac:chgData name="Jayamy Diala Camacho Monteiro" userId="244d8470-8c86-486b-9a54-8921d9b16eff" providerId="ADAL" clId="{9C1D7844-ECFA-45A2-8F5B-086A969801E5}" dt="2026-04-17T12:04:22.430" v="7518"/>
          <ac:graphicFrameMkLst>
            <pc:docMk/>
            <pc:sldMk cId="83427112" sldId="306"/>
            <ac:graphicFrameMk id="10" creationId="{32F7275F-E8EB-9DBC-A509-5EF5B28D2485}"/>
          </ac:graphicFrameMkLst>
        </pc:graphicFrameChg>
        <pc:graphicFrameChg chg="mod ord">
          <ac:chgData name="Jayamy Diala Camacho Monteiro" userId="244d8470-8c86-486b-9a54-8921d9b16eff" providerId="ADAL" clId="{9C1D7844-ECFA-45A2-8F5B-086A969801E5}" dt="2026-04-17T12:04:22.430" v="7522"/>
          <ac:graphicFrameMkLst>
            <pc:docMk/>
            <pc:sldMk cId="83427112" sldId="306"/>
            <ac:graphicFrameMk id="13" creationId="{00000000-0008-0000-0800-00009B000000}"/>
          </ac:graphicFrameMkLst>
        </pc:graphicFrameChg>
        <pc:graphicFrameChg chg="mod">
          <ac:chgData name="Jayamy Diala Camacho Monteiro" userId="244d8470-8c86-486b-9a54-8921d9b16eff" providerId="ADAL" clId="{9C1D7844-ECFA-45A2-8F5B-086A969801E5}" dt="2026-04-17T12:04:22.430" v="7524"/>
          <ac:graphicFrameMkLst>
            <pc:docMk/>
            <pc:sldMk cId="83427112" sldId="306"/>
            <ac:graphicFrameMk id="14" creationId="{4D3E8F95-300F-EDC3-C630-17A16F878684}"/>
          </ac:graphicFrameMkLst>
        </pc:graphicFrameChg>
      </pc:sldChg>
      <pc:sldChg chg="addSp delSp modSp add mod ord">
        <pc:chgData name="Jayamy Diala Camacho Monteiro" userId="244d8470-8c86-486b-9a54-8921d9b16eff" providerId="ADAL" clId="{9C1D7844-ECFA-45A2-8F5B-086A969801E5}" dt="2026-04-18T12:51:44.540" v="10655" actId="123"/>
        <pc:sldMkLst>
          <pc:docMk/>
          <pc:sldMk cId="3708922200" sldId="309"/>
        </pc:sldMkLst>
        <pc:spChg chg="mod ord">
          <ac:chgData name="Jayamy Diala Camacho Monteiro" userId="244d8470-8c86-486b-9a54-8921d9b16eff" providerId="ADAL" clId="{9C1D7844-ECFA-45A2-8F5B-086A969801E5}" dt="2026-04-17T12:04:13.160" v="7469"/>
          <ac:spMkLst>
            <pc:docMk/>
            <pc:sldMk cId="3708922200" sldId="309"/>
            <ac:spMk id="2" creationId="{BA1FD539-22E4-EDF8-9B26-32D3A2064CB1}"/>
          </ac:spMkLst>
        </pc:spChg>
        <pc:spChg chg="mod ord">
          <ac:chgData name="Jayamy Diala Camacho Monteiro" userId="244d8470-8c86-486b-9a54-8921d9b16eff" providerId="ADAL" clId="{9C1D7844-ECFA-45A2-8F5B-086A969801E5}" dt="2026-04-17T12:04:13.160" v="7471"/>
          <ac:spMkLst>
            <pc:docMk/>
            <pc:sldMk cId="3708922200" sldId="309"/>
            <ac:spMk id="3" creationId="{9C14B2E8-120B-F14F-4CAE-E8E1DB9FA05C}"/>
          </ac:spMkLst>
        </pc:spChg>
        <pc:spChg chg="mod ord">
          <ac:chgData name="Jayamy Diala Camacho Monteiro" userId="244d8470-8c86-486b-9a54-8921d9b16eff" providerId="ADAL" clId="{9C1D7844-ECFA-45A2-8F5B-086A969801E5}" dt="2026-04-17T12:04:13.160" v="7473"/>
          <ac:spMkLst>
            <pc:docMk/>
            <pc:sldMk cId="3708922200" sldId="309"/>
            <ac:spMk id="4" creationId="{38D32E15-A55F-98D0-6A9F-1F2605655544}"/>
          </ac:spMkLst>
        </pc:spChg>
        <pc:spChg chg="mod ord">
          <ac:chgData name="Jayamy Diala Camacho Monteiro" userId="244d8470-8c86-486b-9a54-8921d9b16eff" providerId="ADAL" clId="{9C1D7844-ECFA-45A2-8F5B-086A969801E5}" dt="2026-04-17T12:04:13.160" v="7475"/>
          <ac:spMkLst>
            <pc:docMk/>
            <pc:sldMk cId="3708922200" sldId="309"/>
            <ac:spMk id="6" creationId="{75AE3F36-A2E2-2CC2-E10B-75BC5677B56C}"/>
          </ac:spMkLst>
        </pc:spChg>
        <pc:spChg chg="mod ord">
          <ac:chgData name="Jayamy Diala Camacho Monteiro" userId="244d8470-8c86-486b-9a54-8921d9b16eff" providerId="ADAL" clId="{9C1D7844-ECFA-45A2-8F5B-086A969801E5}" dt="2026-04-17T12:04:13.160" v="7477"/>
          <ac:spMkLst>
            <pc:docMk/>
            <pc:sldMk cId="3708922200" sldId="309"/>
            <ac:spMk id="7" creationId="{623E813E-C931-7DF4-EE71-CB6F2C7571CC}"/>
          </ac:spMkLst>
        </pc:spChg>
        <pc:spChg chg="mod ord">
          <ac:chgData name="Jayamy Diala Camacho Monteiro" userId="244d8470-8c86-486b-9a54-8921d9b16eff" providerId="ADAL" clId="{9C1D7844-ECFA-45A2-8F5B-086A969801E5}" dt="2026-04-17T12:04:13.160" v="7479"/>
          <ac:spMkLst>
            <pc:docMk/>
            <pc:sldMk cId="3708922200" sldId="309"/>
            <ac:spMk id="8" creationId="{0A1E9D85-3621-4F46-70A3-9A554E39FBD7}"/>
          </ac:spMkLst>
        </pc:spChg>
        <pc:spChg chg="mod ord">
          <ac:chgData name="Jayamy Diala Camacho Monteiro" userId="244d8470-8c86-486b-9a54-8921d9b16eff" providerId="ADAL" clId="{9C1D7844-ECFA-45A2-8F5B-086A969801E5}" dt="2026-04-17T12:04:13.160" v="7481"/>
          <ac:spMkLst>
            <pc:docMk/>
            <pc:sldMk cId="3708922200" sldId="309"/>
            <ac:spMk id="9" creationId="{162A84D1-10C8-529A-BE27-8BD7ED7818EC}"/>
          </ac:spMkLst>
        </pc:spChg>
        <pc:spChg chg="mod ord">
          <ac:chgData name="Jayamy Diala Camacho Monteiro" userId="244d8470-8c86-486b-9a54-8921d9b16eff" providerId="ADAL" clId="{9C1D7844-ECFA-45A2-8F5B-086A969801E5}" dt="2026-04-17T12:04:13.160" v="7483"/>
          <ac:spMkLst>
            <pc:docMk/>
            <pc:sldMk cId="3708922200" sldId="309"/>
            <ac:spMk id="11" creationId="{5CECC898-B5B7-94B6-D283-DA611BC43ECD}"/>
          </ac:spMkLst>
        </pc:spChg>
        <pc:spChg chg="mod ord">
          <ac:chgData name="Jayamy Diala Camacho Monteiro" userId="244d8470-8c86-486b-9a54-8921d9b16eff" providerId="ADAL" clId="{9C1D7844-ECFA-45A2-8F5B-086A969801E5}" dt="2026-04-18T12:51:44.540" v="10655" actId="123"/>
          <ac:spMkLst>
            <pc:docMk/>
            <pc:sldMk cId="3708922200" sldId="309"/>
            <ac:spMk id="15" creationId="{F7A43955-B9DB-5CF0-3FFA-97576F5460F8}"/>
          </ac:spMkLst>
        </pc:spChg>
        <pc:graphicFrameChg chg="mod ord">
          <ac:chgData name="Jayamy Diala Camacho Monteiro" userId="244d8470-8c86-486b-9a54-8921d9b16eff" providerId="ADAL" clId="{9C1D7844-ECFA-45A2-8F5B-086A969801E5}" dt="2026-04-17T12:04:13.160" v="7491"/>
          <ac:graphicFrameMkLst>
            <pc:docMk/>
            <pc:sldMk cId="3708922200" sldId="309"/>
            <ac:graphicFrameMk id="12" creationId="{00000000-0008-0000-0800-00009C000000}"/>
          </ac:graphicFrameMkLst>
        </pc:graphicFrameChg>
        <pc:graphicFrameChg chg="mod">
          <ac:chgData name="Jayamy Diala Camacho Monteiro" userId="244d8470-8c86-486b-9a54-8921d9b16eff" providerId="ADAL" clId="{9C1D7844-ECFA-45A2-8F5B-086A969801E5}" dt="2026-04-17T12:04:13.160" v="7493"/>
          <ac:graphicFrameMkLst>
            <pc:docMk/>
            <pc:sldMk cId="3708922200" sldId="309"/>
            <ac:graphicFrameMk id="14" creationId="{12EA2475-E653-DE01-18F5-AAB7FF43CE1C}"/>
          </ac:graphicFrameMkLst>
        </pc:graphicFrameChg>
        <pc:graphicFrameChg chg="mod ord modGraphic">
          <ac:chgData name="Jayamy Diala Camacho Monteiro" userId="244d8470-8c86-486b-9a54-8921d9b16eff" providerId="ADAL" clId="{9C1D7844-ECFA-45A2-8F5B-086A969801E5}" dt="2026-04-17T12:04:13.160" v="7487"/>
          <ac:graphicFrameMkLst>
            <pc:docMk/>
            <pc:sldMk cId="3708922200" sldId="309"/>
            <ac:graphicFrameMk id="16" creationId="{E56D841D-7EA7-10A0-BD7A-D31D2FE12483}"/>
          </ac:graphicFrameMkLst>
        </pc:graphicFrameChg>
      </pc:sldChg>
      <pc:sldChg chg="addSp delSp modSp add mod">
        <pc:chgData name="Jayamy Diala Camacho Monteiro" userId="244d8470-8c86-486b-9a54-8921d9b16eff" providerId="ADAL" clId="{9C1D7844-ECFA-45A2-8F5B-086A969801E5}" dt="2026-04-18T12:55:41.281" v="10677" actId="14100"/>
        <pc:sldMkLst>
          <pc:docMk/>
          <pc:sldMk cId="4022522953" sldId="310"/>
        </pc:sldMkLst>
        <pc:spChg chg="mod ord">
          <ac:chgData name="Jayamy Diala Camacho Monteiro" userId="244d8470-8c86-486b-9a54-8921d9b16eff" providerId="ADAL" clId="{9C1D7844-ECFA-45A2-8F5B-086A969801E5}" dt="2026-04-18T12:51:15.541" v="10621"/>
          <ac:spMkLst>
            <pc:docMk/>
            <pc:sldMk cId="4022522953" sldId="310"/>
            <ac:spMk id="2" creationId="{C86288FB-F8E5-BB77-404F-52323200265D}"/>
          </ac:spMkLst>
        </pc:spChg>
        <pc:spChg chg="mod ord">
          <ac:chgData name="Jayamy Diala Camacho Monteiro" userId="244d8470-8c86-486b-9a54-8921d9b16eff" providerId="ADAL" clId="{9C1D7844-ECFA-45A2-8F5B-086A969801E5}" dt="2026-04-18T12:51:15.541" v="10623"/>
          <ac:spMkLst>
            <pc:docMk/>
            <pc:sldMk cId="4022522953" sldId="310"/>
            <ac:spMk id="3" creationId="{0C204873-1F26-D038-4D1C-E9BABE95284E}"/>
          </ac:spMkLst>
        </pc:spChg>
        <pc:spChg chg="mod ord">
          <ac:chgData name="Jayamy Diala Camacho Monteiro" userId="244d8470-8c86-486b-9a54-8921d9b16eff" providerId="ADAL" clId="{9C1D7844-ECFA-45A2-8F5B-086A969801E5}" dt="2026-04-18T12:51:15.541" v="10625"/>
          <ac:spMkLst>
            <pc:docMk/>
            <pc:sldMk cId="4022522953" sldId="310"/>
            <ac:spMk id="4" creationId="{971CF03A-980A-E96F-A785-4762665FED4C}"/>
          </ac:spMkLst>
        </pc:spChg>
        <pc:spChg chg="mod ord">
          <ac:chgData name="Jayamy Diala Camacho Monteiro" userId="244d8470-8c86-486b-9a54-8921d9b16eff" providerId="ADAL" clId="{9C1D7844-ECFA-45A2-8F5B-086A969801E5}" dt="2026-04-18T12:51:15.557" v="10627"/>
          <ac:spMkLst>
            <pc:docMk/>
            <pc:sldMk cId="4022522953" sldId="310"/>
            <ac:spMk id="6" creationId="{49FD38CC-5171-747E-35CE-C894D1616B9B}"/>
          </ac:spMkLst>
        </pc:spChg>
        <pc:spChg chg="mod ord">
          <ac:chgData name="Jayamy Diala Camacho Monteiro" userId="244d8470-8c86-486b-9a54-8921d9b16eff" providerId="ADAL" clId="{9C1D7844-ECFA-45A2-8F5B-086A969801E5}" dt="2026-04-18T12:51:15.558" v="10629"/>
          <ac:spMkLst>
            <pc:docMk/>
            <pc:sldMk cId="4022522953" sldId="310"/>
            <ac:spMk id="7" creationId="{BD8FEF75-9BCA-17B8-9D58-69C018DEE492}"/>
          </ac:spMkLst>
        </pc:spChg>
        <pc:spChg chg="mod ord">
          <ac:chgData name="Jayamy Diala Camacho Monteiro" userId="244d8470-8c86-486b-9a54-8921d9b16eff" providerId="ADAL" clId="{9C1D7844-ECFA-45A2-8F5B-086A969801E5}" dt="2026-04-18T12:51:15.558" v="10631"/>
          <ac:spMkLst>
            <pc:docMk/>
            <pc:sldMk cId="4022522953" sldId="310"/>
            <ac:spMk id="8" creationId="{CAA19EB9-54F2-7EA5-C19F-2686891BE877}"/>
          </ac:spMkLst>
        </pc:spChg>
        <pc:spChg chg="mod ord">
          <ac:chgData name="Jayamy Diala Camacho Monteiro" userId="244d8470-8c86-486b-9a54-8921d9b16eff" providerId="ADAL" clId="{9C1D7844-ECFA-45A2-8F5B-086A969801E5}" dt="2026-04-18T12:51:15.558" v="10633"/>
          <ac:spMkLst>
            <pc:docMk/>
            <pc:sldMk cId="4022522953" sldId="310"/>
            <ac:spMk id="9" creationId="{5151854B-48A7-DA70-EEDC-351657CB4A85}"/>
          </ac:spMkLst>
        </pc:spChg>
        <pc:spChg chg="mod ord">
          <ac:chgData name="Jayamy Diala Camacho Monteiro" userId="244d8470-8c86-486b-9a54-8921d9b16eff" providerId="ADAL" clId="{9C1D7844-ECFA-45A2-8F5B-086A969801E5}" dt="2026-04-18T12:51:15.558" v="10635"/>
          <ac:spMkLst>
            <pc:docMk/>
            <pc:sldMk cId="4022522953" sldId="310"/>
            <ac:spMk id="11" creationId="{F9951310-05B6-9366-2B6F-D7640A31FE65}"/>
          </ac:spMkLst>
        </pc:spChg>
        <pc:spChg chg="mod ord">
          <ac:chgData name="Jayamy Diala Camacho Monteiro" userId="244d8470-8c86-486b-9a54-8921d9b16eff" providerId="ADAL" clId="{9C1D7844-ECFA-45A2-8F5B-086A969801E5}" dt="2026-04-18T12:51:23.865" v="10654" actId="255"/>
          <ac:spMkLst>
            <pc:docMk/>
            <pc:sldMk cId="4022522953" sldId="310"/>
            <ac:spMk id="15" creationId="{B3A27EAB-BECA-F919-5DCF-BF30A754E472}"/>
          </ac:spMkLst>
        </pc:spChg>
        <pc:spChg chg="add mod ord">
          <ac:chgData name="Jayamy Diala Camacho Monteiro" userId="244d8470-8c86-486b-9a54-8921d9b16eff" providerId="ADAL" clId="{9C1D7844-ECFA-45A2-8F5B-086A969801E5}" dt="2026-04-18T12:55:41.281" v="10677" actId="14100"/>
          <ac:spMkLst>
            <pc:docMk/>
            <pc:sldMk cId="4022522953" sldId="310"/>
            <ac:spMk id="17" creationId="{82669C4F-9DDD-3C82-C09B-0DEE46DF681E}"/>
          </ac:spMkLst>
        </pc:spChg>
        <pc:spChg chg="add mod">
          <ac:chgData name="Jayamy Diala Camacho Monteiro" userId="244d8470-8c86-486b-9a54-8921d9b16eff" providerId="ADAL" clId="{9C1D7844-ECFA-45A2-8F5B-086A969801E5}" dt="2026-04-18T12:51:15.558" v="10644"/>
          <ac:spMkLst>
            <pc:docMk/>
            <pc:sldMk cId="4022522953" sldId="310"/>
            <ac:spMk id="30" creationId="{981119F3-CAE1-322F-584B-8307750045A6}"/>
          </ac:spMkLst>
        </pc:spChg>
        <pc:spChg chg="add mod">
          <ac:chgData name="Jayamy Diala Camacho Monteiro" userId="244d8470-8c86-486b-9a54-8921d9b16eff" providerId="ADAL" clId="{9C1D7844-ECFA-45A2-8F5B-086A969801E5}" dt="2026-04-18T12:51:15.558" v="10645"/>
          <ac:spMkLst>
            <pc:docMk/>
            <pc:sldMk cId="4022522953" sldId="310"/>
            <ac:spMk id="32" creationId="{981119F3-CAE1-322F-584B-8307750045A6}"/>
          </ac:spMkLst>
        </pc:spChg>
        <pc:spChg chg="add mod">
          <ac:chgData name="Jayamy Diala Camacho Monteiro" userId="244d8470-8c86-486b-9a54-8921d9b16eff" providerId="ADAL" clId="{9C1D7844-ECFA-45A2-8F5B-086A969801E5}" dt="2026-04-18T12:51:15.558" v="10646"/>
          <ac:spMkLst>
            <pc:docMk/>
            <pc:sldMk cId="4022522953" sldId="310"/>
            <ac:spMk id="33" creationId="{981119F3-CAE1-322F-584B-8307750045A6}"/>
          </ac:spMkLst>
        </pc:spChg>
        <pc:spChg chg="add mod">
          <ac:chgData name="Jayamy Diala Camacho Monteiro" userId="244d8470-8c86-486b-9a54-8921d9b16eff" providerId="ADAL" clId="{9C1D7844-ECFA-45A2-8F5B-086A969801E5}" dt="2026-04-18T12:51:15.558" v="10650"/>
          <ac:spMkLst>
            <pc:docMk/>
            <pc:sldMk cId="4022522953" sldId="310"/>
            <ac:spMk id="34" creationId="{981119F3-CAE1-322F-584B-8307750045A6}"/>
          </ac:spMkLst>
        </pc:spChg>
        <pc:spChg chg="add mod">
          <ac:chgData name="Jayamy Diala Camacho Monteiro" userId="244d8470-8c86-486b-9a54-8921d9b16eff" providerId="ADAL" clId="{9C1D7844-ECFA-45A2-8F5B-086A969801E5}" dt="2026-04-18T12:51:15.558" v="10647"/>
          <ac:spMkLst>
            <pc:docMk/>
            <pc:sldMk cId="4022522953" sldId="310"/>
            <ac:spMk id="44" creationId="{E3D18DFC-EED6-C8F0-EF40-B6D818E87F3B}"/>
          </ac:spMkLst>
        </pc:spChg>
        <pc:spChg chg="add mod">
          <ac:chgData name="Jayamy Diala Camacho Monteiro" userId="244d8470-8c86-486b-9a54-8921d9b16eff" providerId="ADAL" clId="{9C1D7844-ECFA-45A2-8F5B-086A969801E5}" dt="2026-04-18T12:51:15.558" v="10648"/>
          <ac:spMkLst>
            <pc:docMk/>
            <pc:sldMk cId="4022522953" sldId="310"/>
            <ac:spMk id="45" creationId="{47225BC4-B092-DB81-764B-61C2B9FE995B}"/>
          </ac:spMkLst>
        </pc:spChg>
        <pc:spChg chg="add mod">
          <ac:chgData name="Jayamy Diala Camacho Monteiro" userId="244d8470-8c86-486b-9a54-8921d9b16eff" providerId="ADAL" clId="{9C1D7844-ECFA-45A2-8F5B-086A969801E5}" dt="2026-04-18T12:51:15.558" v="10649"/>
          <ac:spMkLst>
            <pc:docMk/>
            <pc:sldMk cId="4022522953" sldId="310"/>
            <ac:spMk id="53" creationId="{CB8D47E9-52B0-4EF2-685A-5F4C7A238E75}"/>
          </ac:spMkLst>
        </pc:spChg>
        <pc:graphicFrameChg chg="mod ord">
          <ac:chgData name="Jayamy Diala Camacho Monteiro" userId="244d8470-8c86-486b-9a54-8921d9b16eff" providerId="ADAL" clId="{9C1D7844-ECFA-45A2-8F5B-086A969801E5}" dt="2026-04-18T12:55:37.535" v="10676" actId="14100"/>
          <ac:graphicFrameMkLst>
            <pc:docMk/>
            <pc:sldMk cId="4022522953" sldId="310"/>
            <ac:graphicFrameMk id="12" creationId="{00000000-0008-0000-0800-0000A8000000}"/>
          </ac:graphicFrameMkLst>
        </pc:graphicFrameChg>
        <pc:graphicFrameChg chg="mod">
          <ac:chgData name="Jayamy Diala Camacho Monteiro" userId="244d8470-8c86-486b-9a54-8921d9b16eff" providerId="ADAL" clId="{9C1D7844-ECFA-45A2-8F5B-086A969801E5}" dt="2026-04-18T12:51:15.558" v="10652"/>
          <ac:graphicFrameMkLst>
            <pc:docMk/>
            <pc:sldMk cId="4022522953" sldId="310"/>
            <ac:graphicFrameMk id="14" creationId="{FF172B35-BED6-58BC-45F0-06F8EE8AA017}"/>
          </ac:graphicFrameMkLst>
        </pc:graphicFrameChg>
      </pc:sldChg>
      <pc:sldChg chg="addSp delSp modSp add mod">
        <pc:chgData name="Jayamy Diala Camacho Monteiro" userId="244d8470-8c86-486b-9a54-8921d9b16eff" providerId="ADAL" clId="{9C1D7844-ECFA-45A2-8F5B-086A969801E5}" dt="2026-04-18T13:03:25.271" v="10986" actId="20577"/>
        <pc:sldMkLst>
          <pc:docMk/>
          <pc:sldMk cId="219068191" sldId="311"/>
        </pc:sldMkLst>
        <pc:spChg chg="mod ord">
          <ac:chgData name="Jayamy Diala Camacho Monteiro" userId="244d8470-8c86-486b-9a54-8921d9b16eff" providerId="ADAL" clId="{9C1D7844-ECFA-45A2-8F5B-086A969801E5}" dt="2026-04-17T12:03:38.798" v="7413"/>
          <ac:spMkLst>
            <pc:docMk/>
            <pc:sldMk cId="219068191" sldId="311"/>
            <ac:spMk id="2" creationId="{5E64408A-F193-1DB6-BB54-164B085FCDBA}"/>
          </ac:spMkLst>
        </pc:spChg>
        <pc:spChg chg="mod ord">
          <ac:chgData name="Jayamy Diala Camacho Monteiro" userId="244d8470-8c86-486b-9a54-8921d9b16eff" providerId="ADAL" clId="{9C1D7844-ECFA-45A2-8F5B-086A969801E5}" dt="2026-04-18T13:02:26.214" v="10967" actId="20577"/>
          <ac:spMkLst>
            <pc:docMk/>
            <pc:sldMk cId="219068191" sldId="311"/>
            <ac:spMk id="3" creationId="{296B3AD8-6906-258D-725E-898431B709C6}"/>
          </ac:spMkLst>
        </pc:spChg>
        <pc:spChg chg="mod ord">
          <ac:chgData name="Jayamy Diala Camacho Monteiro" userId="244d8470-8c86-486b-9a54-8921d9b16eff" providerId="ADAL" clId="{9C1D7844-ECFA-45A2-8F5B-086A969801E5}" dt="2026-04-17T12:03:38.798" v="7417"/>
          <ac:spMkLst>
            <pc:docMk/>
            <pc:sldMk cId="219068191" sldId="311"/>
            <ac:spMk id="4" creationId="{5CD5A36A-A3FA-5914-4ECF-952319168BE5}"/>
          </ac:spMkLst>
        </pc:spChg>
        <pc:spChg chg="mod ord">
          <ac:chgData name="Jayamy Diala Camacho Monteiro" userId="244d8470-8c86-486b-9a54-8921d9b16eff" providerId="ADAL" clId="{9C1D7844-ECFA-45A2-8F5B-086A969801E5}" dt="2026-04-17T12:03:38.798" v="7419"/>
          <ac:spMkLst>
            <pc:docMk/>
            <pc:sldMk cId="219068191" sldId="311"/>
            <ac:spMk id="6" creationId="{CF4E0AF3-AB7F-7BB8-0B05-4B9FA6B1F62D}"/>
          </ac:spMkLst>
        </pc:spChg>
        <pc:spChg chg="mod ord">
          <ac:chgData name="Jayamy Diala Camacho Monteiro" userId="244d8470-8c86-486b-9a54-8921d9b16eff" providerId="ADAL" clId="{9C1D7844-ECFA-45A2-8F5B-086A969801E5}" dt="2026-04-17T12:03:38.798" v="7421"/>
          <ac:spMkLst>
            <pc:docMk/>
            <pc:sldMk cId="219068191" sldId="311"/>
            <ac:spMk id="9" creationId="{FFF4BB84-56C9-A459-82EA-92EE66489BA0}"/>
          </ac:spMkLst>
        </pc:spChg>
        <pc:spChg chg="mod ord">
          <ac:chgData name="Jayamy Diala Camacho Monteiro" userId="244d8470-8c86-486b-9a54-8921d9b16eff" providerId="ADAL" clId="{9C1D7844-ECFA-45A2-8F5B-086A969801E5}" dt="2026-04-18T13:03:25.271" v="10986" actId="20577"/>
          <ac:spMkLst>
            <pc:docMk/>
            <pc:sldMk cId="219068191" sldId="311"/>
            <ac:spMk id="11" creationId="{CF5F152B-7117-9600-7854-0D5A4409629E}"/>
          </ac:spMkLst>
        </pc:spChg>
        <pc:spChg chg="add mod ord">
          <ac:chgData name="Jayamy Diala Camacho Monteiro" userId="244d8470-8c86-486b-9a54-8921d9b16eff" providerId="ADAL" clId="{9C1D7844-ECFA-45A2-8F5B-086A969801E5}" dt="2026-04-17T12:03:38.798" v="7431"/>
          <ac:spMkLst>
            <pc:docMk/>
            <pc:sldMk cId="219068191" sldId="311"/>
            <ac:spMk id="12" creationId="{A49CE1BA-26DC-B88B-F2D5-A625C67A2B31}"/>
          </ac:spMkLst>
        </pc:spChg>
        <pc:spChg chg="add del mod ord">
          <ac:chgData name="Jayamy Diala Camacho Monteiro" userId="244d8470-8c86-486b-9a54-8921d9b16eff" providerId="ADAL" clId="{9C1D7844-ECFA-45A2-8F5B-086A969801E5}" dt="2026-04-18T12:56:59.661" v="10736" actId="20577"/>
          <ac:spMkLst>
            <pc:docMk/>
            <pc:sldMk cId="219068191" sldId="311"/>
            <ac:spMk id="15" creationId="{76701A51-BA36-63AF-BB3D-1DEAD94F7B13}"/>
          </ac:spMkLst>
        </pc:spChg>
        <pc:graphicFrameChg chg="add mod ord modGraphic">
          <ac:chgData name="Jayamy Diala Camacho Monteiro" userId="244d8470-8c86-486b-9a54-8921d9b16eff" providerId="ADAL" clId="{9C1D7844-ECFA-45A2-8F5B-086A969801E5}" dt="2026-04-17T12:03:38.798" v="7429"/>
          <ac:graphicFrameMkLst>
            <pc:docMk/>
            <pc:sldMk cId="219068191" sldId="311"/>
            <ac:graphicFrameMk id="10" creationId="{11AAA48E-BC79-02DA-1C80-C7A4DB0E8EB0}"/>
          </ac:graphicFrameMkLst>
        </pc:graphicFrameChg>
        <pc:graphicFrameChg chg="mod">
          <ac:chgData name="Jayamy Diala Camacho Monteiro" userId="244d8470-8c86-486b-9a54-8921d9b16eff" providerId="ADAL" clId="{9C1D7844-ECFA-45A2-8F5B-086A969801E5}" dt="2026-04-17T12:03:38.798" v="7433"/>
          <ac:graphicFrameMkLst>
            <pc:docMk/>
            <pc:sldMk cId="219068191" sldId="311"/>
            <ac:graphicFrameMk id="14" creationId="{7717B6BA-4C2C-0015-4DD2-BC0E2447D533}"/>
          </ac:graphicFrameMkLst>
        </pc:graphicFrameChg>
      </pc:sldChg>
      <pc:sldChg chg="modSp add mod ord">
        <pc:chgData name="Jayamy Diala Camacho Monteiro" userId="244d8470-8c86-486b-9a54-8921d9b16eff" providerId="ADAL" clId="{9C1D7844-ECFA-45A2-8F5B-086A969801E5}" dt="2026-04-16T00:47:31.149" v="2613" actId="20577"/>
        <pc:sldMkLst>
          <pc:docMk/>
          <pc:sldMk cId="4008007252" sldId="312"/>
        </pc:sldMkLst>
        <pc:spChg chg="mod">
          <ac:chgData name="Jayamy Diala Camacho Monteiro" userId="244d8470-8c86-486b-9a54-8921d9b16eff" providerId="ADAL" clId="{9C1D7844-ECFA-45A2-8F5B-086A969801E5}" dt="2026-04-16T00:47:31.149" v="2613" actId="20577"/>
          <ac:spMkLst>
            <pc:docMk/>
            <pc:sldMk cId="4008007252" sldId="312"/>
            <ac:spMk id="3" creationId="{A40ED111-149A-BCEE-4EBC-26C0685145F4}"/>
          </ac:spMkLst>
        </pc:spChg>
      </pc:sldChg>
      <pc:sldChg chg="addSp delSp modSp add mod ord">
        <pc:chgData name="Jayamy Diala Camacho Monteiro" userId="244d8470-8c86-486b-9a54-8921d9b16eff" providerId="ADAL" clId="{9C1D7844-ECFA-45A2-8F5B-086A969801E5}" dt="2026-04-20T16:34:10.433" v="11002" actId="20577"/>
        <pc:sldMkLst>
          <pc:docMk/>
          <pc:sldMk cId="2155553981" sldId="313"/>
        </pc:sldMkLst>
        <pc:spChg chg="mod ord">
          <ac:chgData name="Jayamy Diala Camacho Monteiro" userId="244d8470-8c86-486b-9a54-8921d9b16eff" providerId="ADAL" clId="{9C1D7844-ECFA-45A2-8F5B-086A969801E5}" dt="2026-04-17T12:05:02.086" v="7641"/>
          <ac:spMkLst>
            <pc:docMk/>
            <pc:sldMk cId="2155553981" sldId="313"/>
            <ac:spMk id="2" creationId="{A5E34E15-8F93-DCD6-4524-35629AAD8888}"/>
          </ac:spMkLst>
        </pc:spChg>
        <pc:spChg chg="mod ord">
          <ac:chgData name="Jayamy Diala Camacho Monteiro" userId="244d8470-8c86-486b-9a54-8921d9b16eff" providerId="ADAL" clId="{9C1D7844-ECFA-45A2-8F5B-086A969801E5}" dt="2026-04-17T12:05:02.086" v="7643"/>
          <ac:spMkLst>
            <pc:docMk/>
            <pc:sldMk cId="2155553981" sldId="313"/>
            <ac:spMk id="3" creationId="{DEC79E7A-0151-DB96-1AD1-26049C0FFFBB}"/>
          </ac:spMkLst>
        </pc:spChg>
        <pc:spChg chg="mod ord">
          <ac:chgData name="Jayamy Diala Camacho Monteiro" userId="244d8470-8c86-486b-9a54-8921d9b16eff" providerId="ADAL" clId="{9C1D7844-ECFA-45A2-8F5B-086A969801E5}" dt="2026-04-17T12:05:02.086" v="7645"/>
          <ac:spMkLst>
            <pc:docMk/>
            <pc:sldMk cId="2155553981" sldId="313"/>
            <ac:spMk id="4" creationId="{9069D299-5926-F554-DDAB-E2BBBBA69E1D}"/>
          </ac:spMkLst>
        </pc:spChg>
        <pc:spChg chg="mod ord">
          <ac:chgData name="Jayamy Diala Camacho Monteiro" userId="244d8470-8c86-486b-9a54-8921d9b16eff" providerId="ADAL" clId="{9C1D7844-ECFA-45A2-8F5B-086A969801E5}" dt="2026-04-17T12:05:02.086" v="7647"/>
          <ac:spMkLst>
            <pc:docMk/>
            <pc:sldMk cId="2155553981" sldId="313"/>
            <ac:spMk id="6" creationId="{94CE7CB0-444F-6062-9498-8DB227B46B40}"/>
          </ac:spMkLst>
        </pc:spChg>
        <pc:spChg chg="mod ord">
          <ac:chgData name="Jayamy Diala Camacho Monteiro" userId="244d8470-8c86-486b-9a54-8921d9b16eff" providerId="ADAL" clId="{9C1D7844-ECFA-45A2-8F5B-086A969801E5}" dt="2026-04-17T12:05:02.086" v="7649"/>
          <ac:spMkLst>
            <pc:docMk/>
            <pc:sldMk cId="2155553981" sldId="313"/>
            <ac:spMk id="7" creationId="{7F331408-82DD-C0E3-1ADD-05F1DBCA90BA}"/>
          </ac:spMkLst>
        </pc:spChg>
        <pc:spChg chg="mod ord">
          <ac:chgData name="Jayamy Diala Camacho Monteiro" userId="244d8470-8c86-486b-9a54-8921d9b16eff" providerId="ADAL" clId="{9C1D7844-ECFA-45A2-8F5B-086A969801E5}" dt="2026-04-17T12:05:02.086" v="7651"/>
          <ac:spMkLst>
            <pc:docMk/>
            <pc:sldMk cId="2155553981" sldId="313"/>
            <ac:spMk id="8" creationId="{F773B9CE-E395-16D8-AAB2-217FC44D9FDA}"/>
          </ac:spMkLst>
        </pc:spChg>
        <pc:spChg chg="mod ord">
          <ac:chgData name="Jayamy Diala Camacho Monteiro" userId="244d8470-8c86-486b-9a54-8921d9b16eff" providerId="ADAL" clId="{9C1D7844-ECFA-45A2-8F5B-086A969801E5}" dt="2026-04-17T12:05:02.086" v="7653"/>
          <ac:spMkLst>
            <pc:docMk/>
            <pc:sldMk cId="2155553981" sldId="313"/>
            <ac:spMk id="9" creationId="{D2D1E730-C1A0-D73C-F1DC-0633C4FD70D5}"/>
          </ac:spMkLst>
        </pc:spChg>
        <pc:spChg chg="mod ord">
          <ac:chgData name="Jayamy Diala Camacho Monteiro" userId="244d8470-8c86-486b-9a54-8921d9b16eff" providerId="ADAL" clId="{9C1D7844-ECFA-45A2-8F5B-086A969801E5}" dt="2026-04-17T12:05:02.086" v="7657"/>
          <ac:spMkLst>
            <pc:docMk/>
            <pc:sldMk cId="2155553981" sldId="313"/>
            <ac:spMk id="11" creationId="{5D070340-8786-1B4C-650D-D000FFFC73F1}"/>
          </ac:spMkLst>
        </pc:spChg>
        <pc:spChg chg="add mod ord">
          <ac:chgData name="Jayamy Diala Camacho Monteiro" userId="244d8470-8c86-486b-9a54-8921d9b16eff" providerId="ADAL" clId="{9C1D7844-ECFA-45A2-8F5B-086A969801E5}" dt="2026-04-20T16:34:10.433" v="11002" actId="20577"/>
          <ac:spMkLst>
            <pc:docMk/>
            <pc:sldMk cId="2155553981" sldId="313"/>
            <ac:spMk id="16" creationId="{54034710-4D91-4F07-470C-C17FC9E28050}"/>
          </ac:spMkLst>
        </pc:spChg>
        <pc:graphicFrameChg chg="add mod ord">
          <ac:chgData name="Jayamy Diala Camacho Monteiro" userId="244d8470-8c86-486b-9a54-8921d9b16eff" providerId="ADAL" clId="{9C1D7844-ECFA-45A2-8F5B-086A969801E5}" dt="2026-04-17T12:05:02.086" v="7659"/>
          <ac:graphicFrameMkLst>
            <pc:docMk/>
            <pc:sldMk cId="2155553981" sldId="313"/>
            <ac:graphicFrameMk id="13" creationId="{71A3F6B6-8EDF-C5BA-938F-B5C507A7E400}"/>
          </ac:graphicFrameMkLst>
        </pc:graphicFrameChg>
        <pc:graphicFrameChg chg="mod">
          <ac:chgData name="Jayamy Diala Camacho Monteiro" userId="244d8470-8c86-486b-9a54-8921d9b16eff" providerId="ADAL" clId="{9C1D7844-ECFA-45A2-8F5B-086A969801E5}" dt="2026-04-17T12:05:02.086" v="7663"/>
          <ac:graphicFrameMkLst>
            <pc:docMk/>
            <pc:sldMk cId="2155553981" sldId="313"/>
            <ac:graphicFrameMk id="14" creationId="{CE432EC9-31A5-DD8A-3630-8AECC15F005C}"/>
          </ac:graphicFrameMkLst>
        </pc:graphicFrameChg>
      </pc:sldChg>
      <pc:sldChg chg="modSp add mod ord">
        <pc:chgData name="Jayamy Diala Camacho Monteiro" userId="244d8470-8c86-486b-9a54-8921d9b16eff" providerId="ADAL" clId="{9C1D7844-ECFA-45A2-8F5B-086A969801E5}" dt="2026-04-16T00:54:40.685" v="3242" actId="20577"/>
        <pc:sldMkLst>
          <pc:docMk/>
          <pc:sldMk cId="3039984526" sldId="315"/>
        </pc:sldMkLst>
        <pc:spChg chg="mod">
          <ac:chgData name="Jayamy Diala Camacho Monteiro" userId="244d8470-8c86-486b-9a54-8921d9b16eff" providerId="ADAL" clId="{9C1D7844-ECFA-45A2-8F5B-086A969801E5}" dt="2026-04-16T00:54:40.685" v="3242" actId="20577"/>
          <ac:spMkLst>
            <pc:docMk/>
            <pc:sldMk cId="3039984526" sldId="315"/>
            <ac:spMk id="3" creationId="{2632A355-9D75-9992-6A72-882E48A81DA9}"/>
          </ac:spMkLst>
        </pc:spChg>
      </pc:sldChg>
      <pc:sldChg chg="addSp modSp new mod">
        <pc:chgData name="Jayamy Diala Camacho Monteiro" userId="244d8470-8c86-486b-9a54-8921d9b16eff" providerId="ADAL" clId="{9C1D7844-ECFA-45A2-8F5B-086A969801E5}" dt="2026-04-17T10:00:00.151" v="6619" actId="255"/>
        <pc:sldMkLst>
          <pc:docMk/>
          <pc:sldMk cId="1204074286" sldId="316"/>
        </pc:sldMkLst>
        <pc:spChg chg="mod">
          <ac:chgData name="Jayamy Diala Camacho Monteiro" userId="244d8470-8c86-486b-9a54-8921d9b16eff" providerId="ADAL" clId="{9C1D7844-ECFA-45A2-8F5B-086A969801E5}" dt="2026-04-16T00:55:57.691" v="3295" actId="299"/>
          <ac:spMkLst>
            <pc:docMk/>
            <pc:sldMk cId="1204074286" sldId="316"/>
            <ac:spMk id="2" creationId="{7E5C4F07-1C08-5B70-0970-22226E7443B9}"/>
          </ac:spMkLst>
        </pc:spChg>
        <pc:spChg chg="add mod">
          <ac:chgData name="Jayamy Diala Camacho Monteiro" userId="244d8470-8c86-486b-9a54-8921d9b16eff" providerId="ADAL" clId="{9C1D7844-ECFA-45A2-8F5B-086A969801E5}" dt="2026-04-17T09:57:38.439" v="6558" actId="2711"/>
          <ac:spMkLst>
            <pc:docMk/>
            <pc:sldMk cId="1204074286" sldId="316"/>
            <ac:spMk id="8" creationId="{4C064178-FEA5-3547-B93E-C013E62A8C82}"/>
          </ac:spMkLst>
        </pc:spChg>
        <pc:spChg chg="add mod">
          <ac:chgData name="Jayamy Diala Camacho Monteiro" userId="244d8470-8c86-486b-9a54-8921d9b16eff" providerId="ADAL" clId="{9C1D7844-ECFA-45A2-8F5B-086A969801E5}" dt="2026-04-17T09:54:27.994" v="6515" actId="20577"/>
          <ac:spMkLst>
            <pc:docMk/>
            <pc:sldMk cId="1204074286" sldId="316"/>
            <ac:spMk id="9" creationId="{6500191C-3A1B-BD36-5564-B2B5025AD520}"/>
          </ac:spMkLst>
        </pc:spChg>
        <pc:spChg chg="add mod">
          <ac:chgData name="Jayamy Diala Camacho Monteiro" userId="244d8470-8c86-486b-9a54-8921d9b16eff" providerId="ADAL" clId="{9C1D7844-ECFA-45A2-8F5B-086A969801E5}" dt="2026-04-17T10:00:00.151" v="6619" actId="255"/>
          <ac:spMkLst>
            <pc:docMk/>
            <pc:sldMk cId="1204074286" sldId="316"/>
            <ac:spMk id="10" creationId="{01065B22-E015-130A-F3C7-2F9216F6C502}"/>
          </ac:spMkLst>
        </pc:spChg>
        <pc:spChg chg="add mod">
          <ac:chgData name="Jayamy Diala Camacho Monteiro" userId="244d8470-8c86-486b-9a54-8921d9b16eff" providerId="ADAL" clId="{9C1D7844-ECFA-45A2-8F5B-086A969801E5}" dt="2026-04-17T09:54:33.075" v="6519" actId="20577"/>
          <ac:spMkLst>
            <pc:docMk/>
            <pc:sldMk cId="1204074286" sldId="316"/>
            <ac:spMk id="11" creationId="{63E9B799-8ECD-C70E-2E70-7CA13BC3B040}"/>
          </ac:spMkLst>
        </pc:spChg>
        <pc:graphicFrameChg chg="add mod ord modVis">
          <ac:chgData name="Jayamy Diala Camacho Monteiro" userId="244d8470-8c86-486b-9a54-8921d9b16eff" providerId="ADAL" clId="{9C1D7844-ECFA-45A2-8F5B-086A969801E5}" dt="2026-04-16T00:55:55.210" v="3278"/>
          <ac:graphicFrameMkLst>
            <pc:docMk/>
            <pc:sldMk cId="1204074286" sldId="316"/>
            <ac:graphicFrameMk id="7" creationId="{081BEEE3-BDD2-6D8F-EAA1-4DC5325A2A6F}"/>
          </ac:graphicFrameMkLst>
        </pc:graphicFrameChg>
      </pc:sldChg>
      <pc:sldChg chg="modSp add mod ord">
        <pc:chgData name="Jayamy Diala Camacho Monteiro" userId="244d8470-8c86-486b-9a54-8921d9b16eff" providerId="ADAL" clId="{9C1D7844-ECFA-45A2-8F5B-086A969801E5}" dt="2026-04-16T00:58:15.695" v="3913" actId="255"/>
        <pc:sldMkLst>
          <pc:docMk/>
          <pc:sldMk cId="2052904935" sldId="317"/>
        </pc:sldMkLst>
        <pc:spChg chg="mod">
          <ac:chgData name="Jayamy Diala Camacho Monteiro" userId="244d8470-8c86-486b-9a54-8921d9b16eff" providerId="ADAL" clId="{9C1D7844-ECFA-45A2-8F5B-086A969801E5}" dt="2026-04-16T00:58:15.695" v="3913" actId="255"/>
          <ac:spMkLst>
            <pc:docMk/>
            <pc:sldMk cId="2052904935" sldId="317"/>
            <ac:spMk id="3" creationId="{DC896AC4-7D86-3626-F46D-ED3597C1D3E5}"/>
          </ac:spMkLst>
        </pc:spChg>
      </pc:sldChg>
      <pc:sldChg chg="addSp delSp modSp new mod">
        <pc:chgData name="Jayamy Diala Camacho Monteiro" userId="244d8470-8c86-486b-9a54-8921d9b16eff" providerId="ADAL" clId="{9C1D7844-ECFA-45A2-8F5B-086A969801E5}" dt="2026-04-17T10:13:11.509" v="6762"/>
        <pc:sldMkLst>
          <pc:docMk/>
          <pc:sldMk cId="2218383913" sldId="318"/>
        </pc:sldMkLst>
        <pc:spChg chg="mod ord">
          <ac:chgData name="Jayamy Diala Camacho Monteiro" userId="244d8470-8c86-486b-9a54-8921d9b16eff" providerId="ADAL" clId="{9C1D7844-ECFA-45A2-8F5B-086A969801E5}" dt="2026-04-17T10:13:11.509" v="6724"/>
          <ac:spMkLst>
            <pc:docMk/>
            <pc:sldMk cId="2218383913" sldId="318"/>
            <ac:spMk id="2" creationId="{66F959C0-5DF5-8147-2FB8-8F0B201014C5}"/>
          </ac:spMkLst>
        </pc:spChg>
        <pc:spChg chg="mod ord">
          <ac:chgData name="Jayamy Diala Camacho Monteiro" userId="244d8470-8c86-486b-9a54-8921d9b16eff" providerId="ADAL" clId="{9C1D7844-ECFA-45A2-8F5B-086A969801E5}" dt="2026-04-17T10:13:11.509" v="6726"/>
          <ac:spMkLst>
            <pc:docMk/>
            <pc:sldMk cId="2218383913" sldId="318"/>
            <ac:spMk id="3" creationId="{A34F8A6D-BCED-0FB6-83BC-265E7DCF7FD5}"/>
          </ac:spMkLst>
        </pc:spChg>
        <pc:spChg chg="mod ord">
          <ac:chgData name="Jayamy Diala Camacho Monteiro" userId="244d8470-8c86-486b-9a54-8921d9b16eff" providerId="ADAL" clId="{9C1D7844-ECFA-45A2-8F5B-086A969801E5}" dt="2026-04-17T10:13:11.509" v="6728"/>
          <ac:spMkLst>
            <pc:docMk/>
            <pc:sldMk cId="2218383913" sldId="318"/>
            <ac:spMk id="4" creationId="{7E301552-2AE1-0783-FC2B-EA1833B8AF34}"/>
          </ac:spMkLst>
        </pc:spChg>
        <pc:spChg chg="mod ord">
          <ac:chgData name="Jayamy Diala Camacho Monteiro" userId="244d8470-8c86-486b-9a54-8921d9b16eff" providerId="ADAL" clId="{9C1D7844-ECFA-45A2-8F5B-086A969801E5}" dt="2026-04-17T10:13:11.509" v="6730"/>
          <ac:spMkLst>
            <pc:docMk/>
            <pc:sldMk cId="2218383913" sldId="318"/>
            <ac:spMk id="6" creationId="{445AE201-31DC-9DBD-4B96-C37CAB689373}"/>
          </ac:spMkLst>
        </pc:spChg>
        <pc:spChg chg="add mod ord">
          <ac:chgData name="Jayamy Diala Camacho Monteiro" userId="244d8470-8c86-486b-9a54-8921d9b16eff" providerId="ADAL" clId="{9C1D7844-ECFA-45A2-8F5B-086A969801E5}" dt="2026-04-17T10:13:11.509" v="6732"/>
          <ac:spMkLst>
            <pc:docMk/>
            <pc:sldMk cId="2218383913" sldId="318"/>
            <ac:spMk id="9" creationId="{A0597EBB-1667-3577-64B6-17DB17240B39}"/>
          </ac:spMkLst>
        </pc:spChg>
        <pc:spChg chg="add mod ord">
          <ac:chgData name="Jayamy Diala Camacho Monteiro" userId="244d8470-8c86-486b-9a54-8921d9b16eff" providerId="ADAL" clId="{9C1D7844-ECFA-45A2-8F5B-086A969801E5}" dt="2026-04-17T10:13:11.509" v="6746"/>
          <ac:spMkLst>
            <pc:docMk/>
            <pc:sldMk cId="2218383913" sldId="318"/>
            <ac:spMk id="21" creationId="{A6818EDE-0469-3140-64A6-443078299CA0}"/>
          </ac:spMkLst>
        </pc:spChg>
        <pc:spChg chg="add mod ord">
          <ac:chgData name="Jayamy Diala Camacho Monteiro" userId="244d8470-8c86-486b-9a54-8921d9b16eff" providerId="ADAL" clId="{9C1D7844-ECFA-45A2-8F5B-086A969801E5}" dt="2026-04-17T10:13:11.509" v="6750"/>
          <ac:spMkLst>
            <pc:docMk/>
            <pc:sldMk cId="2218383913" sldId="318"/>
            <ac:spMk id="24" creationId="{1889D20D-D22C-774E-B071-AFB048D6719E}"/>
          </ac:spMkLst>
        </pc:spChg>
        <pc:spChg chg="add mod ord">
          <ac:chgData name="Jayamy Diala Camacho Monteiro" userId="244d8470-8c86-486b-9a54-8921d9b16eff" providerId="ADAL" clId="{9C1D7844-ECFA-45A2-8F5B-086A969801E5}" dt="2026-04-17T10:13:11.509" v="6752"/>
          <ac:spMkLst>
            <pc:docMk/>
            <pc:sldMk cId="2218383913" sldId="318"/>
            <ac:spMk id="25" creationId="{98721916-ED2D-A00D-DB10-935837E422BA}"/>
          </ac:spMkLst>
        </pc:spChg>
        <pc:spChg chg="add mod ord">
          <ac:chgData name="Jayamy Diala Camacho Monteiro" userId="244d8470-8c86-486b-9a54-8921d9b16eff" providerId="ADAL" clId="{9C1D7844-ECFA-45A2-8F5B-086A969801E5}" dt="2026-04-17T10:13:11.509" v="6754"/>
          <ac:spMkLst>
            <pc:docMk/>
            <pc:sldMk cId="2218383913" sldId="318"/>
            <ac:spMk id="26" creationId="{8D2D14A1-C645-3E4A-1E1F-A14B31CB913A}"/>
          </ac:spMkLst>
        </pc:spChg>
        <pc:spChg chg="add mod ord">
          <ac:chgData name="Jayamy Diala Camacho Monteiro" userId="244d8470-8c86-486b-9a54-8921d9b16eff" providerId="ADAL" clId="{9C1D7844-ECFA-45A2-8F5B-086A969801E5}" dt="2026-04-17T10:13:11.509" v="6756"/>
          <ac:spMkLst>
            <pc:docMk/>
            <pc:sldMk cId="2218383913" sldId="318"/>
            <ac:spMk id="27" creationId="{3A28EAA4-A6B8-EEEA-E98D-02DC2DF3F1C2}"/>
          </ac:spMkLst>
        </pc:spChg>
        <pc:spChg chg="add mod ord">
          <ac:chgData name="Jayamy Diala Camacho Monteiro" userId="244d8470-8c86-486b-9a54-8921d9b16eff" providerId="ADAL" clId="{9C1D7844-ECFA-45A2-8F5B-086A969801E5}" dt="2026-04-17T10:13:11.509" v="6758"/>
          <ac:spMkLst>
            <pc:docMk/>
            <pc:sldMk cId="2218383913" sldId="318"/>
            <ac:spMk id="28" creationId="{674323E9-C69C-4CDA-505E-45A5641301D8}"/>
          </ac:spMkLst>
        </pc:spChg>
        <pc:spChg chg="add mod ord">
          <ac:chgData name="Jayamy Diala Camacho Monteiro" userId="244d8470-8c86-486b-9a54-8921d9b16eff" providerId="ADAL" clId="{9C1D7844-ECFA-45A2-8F5B-086A969801E5}" dt="2026-04-17T10:13:11.509" v="6760"/>
          <ac:spMkLst>
            <pc:docMk/>
            <pc:sldMk cId="2218383913" sldId="318"/>
            <ac:spMk id="29" creationId="{D1DA8A9B-2B8D-E4DA-A429-625533A8DECE}"/>
          </ac:spMkLst>
        </pc:spChg>
        <pc:graphicFrameChg chg="add mod ord modVis">
          <ac:chgData name="Jayamy Diala Camacho Monteiro" userId="244d8470-8c86-486b-9a54-8921d9b16eff" providerId="ADAL" clId="{9C1D7844-ECFA-45A2-8F5B-086A969801E5}" dt="2026-04-17T10:13:11.509" v="6762"/>
          <ac:graphicFrameMkLst>
            <pc:docMk/>
            <pc:sldMk cId="2218383913" sldId="318"/>
            <ac:graphicFrameMk id="7" creationId="{0CD59BBE-D3FA-C8AE-E3F5-CCC32E77747C}"/>
          </ac:graphicFrameMkLst>
        </pc:graphicFrameChg>
      </pc:sldChg>
      <pc:sldChg chg="add">
        <pc:chgData name="Jayamy Diala Camacho Monteiro" userId="244d8470-8c86-486b-9a54-8921d9b16eff" providerId="ADAL" clId="{9C1D7844-ECFA-45A2-8F5B-086A969801E5}" dt="2026-04-16T01:01:31.548" v="3963"/>
        <pc:sldMkLst>
          <pc:docMk/>
          <pc:sldMk cId="1107467789" sldId="319"/>
        </pc:sldMkLst>
      </pc:sldChg>
      <pc:sldMasterChg chg="modSp mod modSldLayout">
        <pc:chgData name="Jayamy Diala Camacho Monteiro" userId="244d8470-8c86-486b-9a54-8921d9b16eff" providerId="ADAL" clId="{9C1D7844-ECFA-45A2-8F5B-086A969801E5}" dt="2026-04-15T23:02:03.071" v="1197"/>
        <pc:sldMasterMkLst>
          <pc:docMk/>
          <pc:sldMasterMk cId="2360261520" sldId="2147483701"/>
        </pc:sldMasterMkLst>
        <pc:spChg chg="mod">
          <ac:chgData name="Jayamy Diala Camacho Monteiro" userId="244d8470-8c86-486b-9a54-8921d9b16eff" providerId="ADAL" clId="{9C1D7844-ECFA-45A2-8F5B-086A969801E5}" dt="2026-04-15T23:02:01.413" v="569" actId="947"/>
          <ac:spMkLst>
            <pc:docMk/>
            <pc:sldMasterMk cId="2360261520" sldId="2147483701"/>
            <ac:spMk id="2" creationId="{9594C3FF-7624-DB74-8E5E-DDFC5862C37E}"/>
          </ac:spMkLst>
        </pc:spChg>
        <pc:graphicFrameChg chg="mod">
          <ac:chgData name="Jayamy Diala Camacho Monteiro" userId="244d8470-8c86-486b-9a54-8921d9b16eff" providerId="ADAL" clId="{9C1D7844-ECFA-45A2-8F5B-086A969801E5}" dt="2026-04-15T23:02:03.002" v="1137"/>
          <ac:graphicFrameMkLst>
            <pc:docMk/>
            <pc:sldMasterMk cId="2360261520" sldId="2147483701"/>
            <ac:graphicFrameMk id="3" creationId="{2BE46621-1B18-2C17-95A3-644998EE60C7}"/>
          </ac:graphicFrameMkLst>
        </pc:graphicFrameChg>
        <pc:sldLayoutChg chg="addSp modSp mod">
          <pc:chgData name="Jayamy Diala Camacho Monteiro" userId="244d8470-8c86-486b-9a54-8921d9b16eff" providerId="ADAL" clId="{9C1D7844-ECFA-45A2-8F5B-086A969801E5}" dt="2026-04-15T23:02:03.017" v="1151"/>
          <pc:sldLayoutMkLst>
            <pc:docMk/>
            <pc:sldMasterMk cId="2360261520" sldId="2147483701"/>
            <pc:sldLayoutMk cId="834638829" sldId="2147483702"/>
          </pc:sldLayoutMkLst>
          <pc:spChg chg="mod">
            <ac:chgData name="Jayamy Diala Camacho Monteiro" userId="244d8470-8c86-486b-9a54-8921d9b16eff" providerId="ADAL" clId="{9C1D7844-ECFA-45A2-8F5B-086A969801E5}" dt="2026-04-15T23:02:01.451" v="581" actId="947"/>
            <ac:spMkLst>
              <pc:docMk/>
              <pc:sldMasterMk cId="2360261520" sldId="2147483701"/>
              <pc:sldLayoutMk cId="834638829" sldId="2147483702"/>
              <ac:spMk id="8" creationId="{1935E202-DF38-EAF5-3F62-6E0466A94411}"/>
            </ac:spMkLst>
          </pc:spChg>
          <pc:spChg chg="mod">
            <ac:chgData name="Jayamy Diala Camacho Monteiro" userId="244d8470-8c86-486b-9a54-8921d9b16eff" providerId="ADAL" clId="{9C1D7844-ECFA-45A2-8F5B-086A969801E5}" dt="2026-04-15T23:02:01.435" v="575" actId="947"/>
            <ac:spMkLst>
              <pc:docMk/>
              <pc:sldMasterMk cId="2360261520" sldId="2147483701"/>
              <pc:sldLayoutMk cId="834638829" sldId="2147483702"/>
              <ac:spMk id="11" creationId="{78D4AED6-9799-7E4A-A008-0F78FF2F700C}"/>
            </ac:spMkLst>
          </pc:spChg>
          <pc:spChg chg="mod">
            <ac:chgData name="Jayamy Diala Camacho Monteiro" userId="244d8470-8c86-486b-9a54-8921d9b16eff" providerId="ADAL" clId="{9C1D7844-ECFA-45A2-8F5B-086A969801E5}" dt="2026-04-15T23:02:01.435" v="577" actId="947"/>
            <ac:spMkLst>
              <pc:docMk/>
              <pc:sldMasterMk cId="2360261520" sldId="2147483701"/>
              <pc:sldLayoutMk cId="834638829" sldId="2147483702"/>
              <ac:spMk id="14" creationId="{401A0B28-B7DF-054E-B28D-CF6207C26235}"/>
            </ac:spMkLst>
          </pc:spChg>
          <pc:spChg chg="mod">
            <ac:chgData name="Jayamy Diala Camacho Monteiro" userId="244d8470-8c86-486b-9a54-8921d9b16eff" providerId="ADAL" clId="{9C1D7844-ECFA-45A2-8F5B-086A969801E5}" dt="2026-04-15T23:02:01.435" v="573" actId="947"/>
            <ac:spMkLst>
              <pc:docMk/>
              <pc:sldMasterMk cId="2360261520" sldId="2147483701"/>
              <pc:sldLayoutMk cId="834638829" sldId="2147483702"/>
              <ac:spMk id="17" creationId="{817CFD2A-5F94-9E42-985D-3790077E6ABA}"/>
            </ac:spMkLst>
          </pc:spChg>
          <pc:spChg chg="mod">
            <ac:chgData name="Jayamy Diala Camacho Monteiro" userId="244d8470-8c86-486b-9a54-8921d9b16eff" providerId="ADAL" clId="{9C1D7844-ECFA-45A2-8F5B-086A969801E5}" dt="2026-04-15T23:02:01.429" v="571" actId="947"/>
            <ac:spMkLst>
              <pc:docMk/>
              <pc:sldMasterMk cId="2360261520" sldId="2147483701"/>
              <pc:sldLayoutMk cId="834638829" sldId="2147483702"/>
              <ac:spMk id="19" creationId="{D20AF148-1CF0-5B44-AFD9-0DA37FFAC230}"/>
            </ac:spMkLst>
          </pc:spChg>
          <pc:spChg chg="mod">
            <ac:chgData name="Jayamy Diala Camacho Monteiro" userId="244d8470-8c86-486b-9a54-8921d9b16eff" providerId="ADAL" clId="{9C1D7844-ECFA-45A2-8F5B-086A969801E5}" dt="2026-04-15T23:02:01.435" v="579" actId="947"/>
            <ac:spMkLst>
              <pc:docMk/>
              <pc:sldMasterMk cId="2360261520" sldId="2147483701"/>
              <pc:sldLayoutMk cId="834638829" sldId="2147483702"/>
              <ac:spMk id="21" creationId="{02C51BFA-9091-D94C-BC4C-782C8BF743C4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3.017" v="1151"/>
            <ac:graphicFrameMkLst>
              <pc:docMk/>
              <pc:sldMasterMk cId="2360261520" sldId="2147483701"/>
              <pc:sldLayoutMk cId="834638829" sldId="2147483702"/>
              <ac:graphicFrameMk id="3" creationId="{9A51E5F6-7FAD-2DA1-7915-E7183720EA9B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3.071" v="1197"/>
          <pc:sldLayoutMkLst>
            <pc:docMk/>
            <pc:sldMasterMk cId="2360261520" sldId="2147483701"/>
            <pc:sldLayoutMk cId="2089042003" sldId="2147483704"/>
          </pc:sldLayoutMkLst>
          <pc:spChg chg="mod">
            <ac:chgData name="Jayamy Diala Camacho Monteiro" userId="244d8470-8c86-486b-9a54-8921d9b16eff" providerId="ADAL" clId="{9C1D7844-ECFA-45A2-8F5B-086A969801E5}" dt="2026-04-15T23:02:01.667" v="681" actId="947"/>
            <ac:spMkLst>
              <pc:docMk/>
              <pc:sldMasterMk cId="2360261520" sldId="2147483701"/>
              <pc:sldLayoutMk cId="2089042003" sldId="2147483704"/>
              <ac:spMk id="4" creationId="{7A95C259-E5CF-4A65-A2E4-E00B74B9CE34}"/>
            </ac:spMkLst>
          </pc:spChg>
          <pc:spChg chg="mod">
            <ac:chgData name="Jayamy Diala Camacho Monteiro" userId="244d8470-8c86-486b-9a54-8921d9b16eff" providerId="ADAL" clId="{9C1D7844-ECFA-45A2-8F5B-086A969801E5}" dt="2026-04-15T23:02:01.667" v="685" actId="947"/>
            <ac:spMkLst>
              <pc:docMk/>
              <pc:sldMasterMk cId="2360261520" sldId="2147483701"/>
              <pc:sldLayoutMk cId="2089042003" sldId="2147483704"/>
              <ac:spMk id="7" creationId="{858DF7EE-B6DE-426B-AAAA-E3A0E2254451}"/>
            </ac:spMkLst>
          </pc:spChg>
          <pc:spChg chg="mod">
            <ac:chgData name="Jayamy Diala Camacho Monteiro" userId="244d8470-8c86-486b-9a54-8921d9b16eff" providerId="ADAL" clId="{9C1D7844-ECFA-45A2-8F5B-086A969801E5}" dt="2026-04-15T23:02:01.667" v="689" actId="947"/>
            <ac:spMkLst>
              <pc:docMk/>
              <pc:sldMasterMk cId="2360261520" sldId="2147483701"/>
              <pc:sldLayoutMk cId="2089042003" sldId="2147483704"/>
              <ac:spMk id="13" creationId="{B03D3071-C76E-51E0-9BF2-42BDDC106E91}"/>
            </ac:spMkLst>
          </pc:spChg>
          <pc:spChg chg="mod">
            <ac:chgData name="Jayamy Diala Camacho Monteiro" userId="244d8470-8c86-486b-9a54-8921d9b16eff" providerId="ADAL" clId="{9C1D7844-ECFA-45A2-8F5B-086A969801E5}" dt="2026-04-15T23:02:01.651" v="677" actId="947"/>
            <ac:spMkLst>
              <pc:docMk/>
              <pc:sldMasterMk cId="2360261520" sldId="2147483701"/>
              <pc:sldLayoutMk cId="2089042003" sldId="2147483704"/>
              <ac:spMk id="17" creationId="{817CFD2A-5F94-9E42-985D-3790077E6ABA}"/>
            </ac:spMkLst>
          </pc:spChg>
          <pc:spChg chg="mod">
            <ac:chgData name="Jayamy Diala Camacho Monteiro" userId="244d8470-8c86-486b-9a54-8921d9b16eff" providerId="ADAL" clId="{9C1D7844-ECFA-45A2-8F5B-086A969801E5}" dt="2026-04-15T23:02:01.682" v="693" actId="947"/>
            <ac:spMkLst>
              <pc:docMk/>
              <pc:sldMasterMk cId="2360261520" sldId="2147483701"/>
              <pc:sldLayoutMk cId="2089042003" sldId="2147483704"/>
              <ac:spMk id="18" creationId="{1E6A8107-A61D-0335-4525-269352D94F43}"/>
            </ac:spMkLst>
          </pc:spChg>
          <pc:spChg chg="mod">
            <ac:chgData name="Jayamy Diala Camacho Monteiro" userId="244d8470-8c86-486b-9a54-8921d9b16eff" providerId="ADAL" clId="{9C1D7844-ECFA-45A2-8F5B-086A969801E5}" dt="2026-04-15T23:02:01.682" v="697" actId="947"/>
            <ac:spMkLst>
              <pc:docMk/>
              <pc:sldMasterMk cId="2360261520" sldId="2147483701"/>
              <pc:sldLayoutMk cId="2089042003" sldId="2147483704"/>
              <ac:spMk id="20" creationId="{1F66E98B-B312-ADA3-3F72-1CE5E7324F5F}"/>
            </ac:spMkLst>
          </pc:spChg>
          <pc:spChg chg="mod">
            <ac:chgData name="Jayamy Diala Camacho Monteiro" userId="244d8470-8c86-486b-9a54-8921d9b16eff" providerId="ADAL" clId="{9C1D7844-ECFA-45A2-8F5B-086A969801E5}" dt="2026-04-15T23:02:01.667" v="679" actId="947"/>
            <ac:spMkLst>
              <pc:docMk/>
              <pc:sldMasterMk cId="2360261520" sldId="2147483701"/>
              <pc:sldLayoutMk cId="2089042003" sldId="2147483704"/>
              <ac:spMk id="21" creationId="{02C51BFA-9091-D94C-BC4C-782C8BF743C4}"/>
            </ac:spMkLst>
          </pc:spChg>
          <pc:spChg chg="mod">
            <ac:chgData name="Jayamy Diala Camacho Monteiro" userId="244d8470-8c86-486b-9a54-8921d9b16eff" providerId="ADAL" clId="{9C1D7844-ECFA-45A2-8F5B-086A969801E5}" dt="2026-04-15T23:02:01.698" v="699" actId="947"/>
            <ac:spMkLst>
              <pc:docMk/>
              <pc:sldMasterMk cId="2360261520" sldId="2147483701"/>
              <pc:sldLayoutMk cId="2089042003" sldId="2147483704"/>
              <ac:spMk id="24" creationId="{DC371E12-7FC5-C5E8-C30B-64E345228D14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3.071" v="1197"/>
            <ac:graphicFrameMkLst>
              <pc:docMk/>
              <pc:sldMasterMk cId="2360261520" sldId="2147483701"/>
              <pc:sldLayoutMk cId="2089042003" sldId="2147483704"/>
              <ac:graphicFrameMk id="3" creationId="{BA1BF8B9-60F6-A800-5546-C72B272F551A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3.040" v="1165"/>
          <pc:sldLayoutMkLst>
            <pc:docMk/>
            <pc:sldMasterMk cId="2360261520" sldId="2147483701"/>
            <pc:sldLayoutMk cId="3419300701" sldId="2147483727"/>
          </pc:sldLayoutMkLst>
          <pc:spChg chg="mod">
            <ac:chgData name="Jayamy Diala Camacho Monteiro" userId="244d8470-8c86-486b-9a54-8921d9b16eff" providerId="ADAL" clId="{9C1D7844-ECFA-45A2-8F5B-086A969801E5}" dt="2026-04-15T23:02:01.466" v="593" actId="947"/>
            <ac:spMkLst>
              <pc:docMk/>
              <pc:sldMasterMk cId="2360261520" sldId="2147483701"/>
              <pc:sldLayoutMk cId="3419300701" sldId="2147483727"/>
              <ac:spMk id="2" creationId="{38304410-A6B3-F4E1-364D-62874F9EB57C}"/>
            </ac:spMkLst>
          </pc:spChg>
          <pc:spChg chg="mod">
            <ac:chgData name="Jayamy Diala Camacho Monteiro" userId="244d8470-8c86-486b-9a54-8921d9b16eff" providerId="ADAL" clId="{9C1D7844-ECFA-45A2-8F5B-086A969801E5}" dt="2026-04-15T23:02:01.451" v="587" actId="947"/>
            <ac:spMkLst>
              <pc:docMk/>
              <pc:sldMasterMk cId="2360261520" sldId="2147483701"/>
              <pc:sldLayoutMk cId="3419300701" sldId="2147483727"/>
              <ac:spMk id="11" creationId="{78D4AED6-9799-7E4A-A008-0F78FF2F700C}"/>
            </ac:spMkLst>
          </pc:spChg>
          <pc:spChg chg="mod">
            <ac:chgData name="Jayamy Diala Camacho Monteiro" userId="244d8470-8c86-486b-9a54-8921d9b16eff" providerId="ADAL" clId="{9C1D7844-ECFA-45A2-8F5B-086A969801E5}" dt="2026-04-15T23:02:01.451" v="589" actId="947"/>
            <ac:spMkLst>
              <pc:docMk/>
              <pc:sldMasterMk cId="2360261520" sldId="2147483701"/>
              <pc:sldLayoutMk cId="3419300701" sldId="2147483727"/>
              <ac:spMk id="14" creationId="{401A0B28-B7DF-054E-B28D-CF6207C26235}"/>
            </ac:spMkLst>
          </pc:spChg>
          <pc:spChg chg="mod">
            <ac:chgData name="Jayamy Diala Camacho Monteiro" userId="244d8470-8c86-486b-9a54-8921d9b16eff" providerId="ADAL" clId="{9C1D7844-ECFA-45A2-8F5B-086A969801E5}" dt="2026-04-15T23:02:01.451" v="585" actId="947"/>
            <ac:spMkLst>
              <pc:docMk/>
              <pc:sldMasterMk cId="2360261520" sldId="2147483701"/>
              <pc:sldLayoutMk cId="3419300701" sldId="2147483727"/>
              <ac:spMk id="17" creationId="{817CFD2A-5F94-9E42-985D-3790077E6ABA}"/>
            </ac:spMkLst>
          </pc:spChg>
          <pc:spChg chg="mod">
            <ac:chgData name="Jayamy Diala Camacho Monteiro" userId="244d8470-8c86-486b-9a54-8921d9b16eff" providerId="ADAL" clId="{9C1D7844-ECFA-45A2-8F5B-086A969801E5}" dt="2026-04-15T23:02:01.451" v="583" actId="947"/>
            <ac:spMkLst>
              <pc:docMk/>
              <pc:sldMasterMk cId="2360261520" sldId="2147483701"/>
              <pc:sldLayoutMk cId="3419300701" sldId="2147483727"/>
              <ac:spMk id="19" creationId="{D20AF148-1CF0-5B44-AFD9-0DA37FFAC230}"/>
            </ac:spMkLst>
          </pc:spChg>
          <pc:spChg chg="mod">
            <ac:chgData name="Jayamy Diala Camacho Monteiro" userId="244d8470-8c86-486b-9a54-8921d9b16eff" providerId="ADAL" clId="{9C1D7844-ECFA-45A2-8F5B-086A969801E5}" dt="2026-04-15T23:02:01.466" v="591" actId="947"/>
            <ac:spMkLst>
              <pc:docMk/>
              <pc:sldMasterMk cId="2360261520" sldId="2147483701"/>
              <pc:sldLayoutMk cId="3419300701" sldId="2147483727"/>
              <ac:spMk id="21" creationId="{02C51BFA-9091-D94C-BC4C-782C8BF743C4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3.040" v="1165"/>
            <ac:graphicFrameMkLst>
              <pc:docMk/>
              <pc:sldMasterMk cId="2360261520" sldId="2147483701"/>
              <pc:sldLayoutMk cId="3419300701" sldId="2147483727"/>
              <ac:graphicFrameMk id="3" creationId="{F4BADC22-8B91-1165-F36E-C336BCE47EEC}"/>
            </ac:graphicFrameMkLst>
          </pc:graphicFrameChg>
        </pc:sldLayoutChg>
        <pc:sldLayoutChg chg="modSp mod">
          <pc:chgData name="Jayamy Diala Camacho Monteiro" userId="244d8470-8c86-486b-9a54-8921d9b16eff" providerId="ADAL" clId="{9C1D7844-ECFA-45A2-8F5B-086A969801E5}" dt="2026-04-15T23:02:03.055" v="1183"/>
          <pc:sldLayoutMkLst>
            <pc:docMk/>
            <pc:sldMasterMk cId="2360261520" sldId="2147483701"/>
            <pc:sldLayoutMk cId="2053856076" sldId="2147483728"/>
          </pc:sldLayoutMkLst>
          <pc:spChg chg="mod">
            <ac:chgData name="Jayamy Diala Camacho Monteiro" userId="244d8470-8c86-486b-9a54-8921d9b16eff" providerId="ADAL" clId="{9C1D7844-ECFA-45A2-8F5B-086A969801E5}" dt="2026-04-15T23:02:01.613" v="665" actId="947"/>
            <ac:spMkLst>
              <pc:docMk/>
              <pc:sldMasterMk cId="2360261520" sldId="2147483701"/>
              <pc:sldLayoutMk cId="2053856076" sldId="2147483728"/>
              <ac:spMk id="3" creationId="{F91C35B8-5C5C-40F3-D763-7A75ED9BFD47}"/>
            </ac:spMkLst>
          </pc:spChg>
          <pc:spChg chg="mod">
            <ac:chgData name="Jayamy Diala Camacho Monteiro" userId="244d8470-8c86-486b-9a54-8921d9b16eff" providerId="ADAL" clId="{9C1D7844-ECFA-45A2-8F5B-086A969801E5}" dt="2026-04-15T23:02:01.626" v="667" actId="947"/>
            <ac:spMkLst>
              <pc:docMk/>
              <pc:sldMasterMk cId="2360261520" sldId="2147483701"/>
              <pc:sldLayoutMk cId="2053856076" sldId="2147483728"/>
              <ac:spMk id="4" creationId="{E818FA6D-5A0A-D3D9-9937-77546E469123}"/>
            </ac:spMkLst>
          </pc:spChg>
          <pc:spChg chg="mod">
            <ac:chgData name="Jayamy Diala Camacho Monteiro" userId="244d8470-8c86-486b-9a54-8921d9b16eff" providerId="ADAL" clId="{9C1D7844-ECFA-45A2-8F5B-086A969801E5}" dt="2026-04-15T23:02:01.636" v="669" actId="947"/>
            <ac:spMkLst>
              <pc:docMk/>
              <pc:sldMasterMk cId="2360261520" sldId="2147483701"/>
              <pc:sldLayoutMk cId="2053856076" sldId="2147483728"/>
              <ac:spMk id="5" creationId="{3A749559-2352-6574-EB69-93E4EF25DC27}"/>
            </ac:spMkLst>
          </pc:spChg>
          <pc:spChg chg="mod">
            <ac:chgData name="Jayamy Diala Camacho Monteiro" userId="244d8470-8c86-486b-9a54-8921d9b16eff" providerId="ADAL" clId="{9C1D7844-ECFA-45A2-8F5B-086A969801E5}" dt="2026-04-15T23:02:01.636" v="671" actId="947"/>
            <ac:spMkLst>
              <pc:docMk/>
              <pc:sldMasterMk cId="2360261520" sldId="2147483701"/>
              <pc:sldLayoutMk cId="2053856076" sldId="2147483728"/>
              <ac:spMk id="6" creationId="{7AF6CF76-BBE9-0618-D721-CB65076BA633}"/>
            </ac:spMkLst>
          </pc:spChg>
          <pc:spChg chg="mod">
            <ac:chgData name="Jayamy Diala Camacho Monteiro" userId="244d8470-8c86-486b-9a54-8921d9b16eff" providerId="ADAL" clId="{9C1D7844-ECFA-45A2-8F5B-086A969801E5}" dt="2026-04-15T23:02:01.636" v="673" actId="947"/>
            <ac:spMkLst>
              <pc:docMk/>
              <pc:sldMasterMk cId="2360261520" sldId="2147483701"/>
              <pc:sldLayoutMk cId="2053856076" sldId="2147483728"/>
              <ac:spMk id="7" creationId="{5DD4FD0C-51EA-0090-579B-82026098FD13}"/>
            </ac:spMkLst>
          </pc:spChg>
          <pc:spChg chg="mod">
            <ac:chgData name="Jayamy Diala Camacho Monteiro" userId="244d8470-8c86-486b-9a54-8921d9b16eff" providerId="ADAL" clId="{9C1D7844-ECFA-45A2-8F5B-086A969801E5}" dt="2026-04-15T23:02:01.651" v="675" actId="947"/>
            <ac:spMkLst>
              <pc:docMk/>
              <pc:sldMasterMk cId="2360261520" sldId="2147483701"/>
              <pc:sldLayoutMk cId="2053856076" sldId="2147483728"/>
              <ac:spMk id="8" creationId="{FEFCBA67-5DAD-5787-E110-862C0EA6C57C}"/>
            </ac:spMkLst>
          </pc:spChg>
          <pc:graphicFrameChg chg="mod">
            <ac:chgData name="Jayamy Diala Camacho Monteiro" userId="244d8470-8c86-486b-9a54-8921d9b16eff" providerId="ADAL" clId="{9C1D7844-ECFA-45A2-8F5B-086A969801E5}" dt="2026-04-15T23:02:03.055" v="1183"/>
            <ac:graphicFrameMkLst>
              <pc:docMk/>
              <pc:sldMasterMk cId="2360261520" sldId="2147483701"/>
              <pc:sldLayoutMk cId="2053856076" sldId="2147483728"/>
              <ac:graphicFrameMk id="12" creationId="{447CF257-5F80-408A-1EEC-CEA13F736235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3.055" v="1181"/>
          <pc:sldLayoutMkLst>
            <pc:docMk/>
            <pc:sldMasterMk cId="2360261520" sldId="2147483701"/>
            <pc:sldLayoutMk cId="2260877161" sldId="2147483729"/>
          </pc:sldLayoutMkLst>
          <pc:spChg chg="mod">
            <ac:chgData name="Jayamy Diala Camacho Monteiro" userId="244d8470-8c86-486b-9a54-8921d9b16eff" providerId="ADAL" clId="{9C1D7844-ECFA-45A2-8F5B-086A969801E5}" dt="2026-04-15T23:02:01.551" v="629" actId="947"/>
            <ac:spMkLst>
              <pc:docMk/>
              <pc:sldMasterMk cId="2360261520" sldId="2147483701"/>
              <pc:sldLayoutMk cId="2260877161" sldId="2147483729"/>
              <ac:spMk id="2" creationId="{51C1E879-F012-5831-A453-D851E40E305E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51" v="631" actId="947"/>
            <ac:spMkLst>
              <pc:docMk/>
              <pc:sldMasterMk cId="2360261520" sldId="2147483701"/>
              <pc:sldLayoutMk cId="2260877161" sldId="2147483729"/>
              <ac:spMk id="3" creationId="{6EEA59FA-4C21-CDDB-5BB4-E0F5DB2B46BC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13" v="603" actId="947"/>
            <ac:spMkLst>
              <pc:docMk/>
              <pc:sldMasterMk cId="2360261520" sldId="2147483701"/>
              <pc:sldLayoutMk cId="2260877161" sldId="2147483729"/>
              <ac:spMk id="4" creationId="{D4472A01-F8C9-628F-1D93-164AE4BAFD94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51" v="633" actId="947"/>
            <ac:spMkLst>
              <pc:docMk/>
              <pc:sldMasterMk cId="2360261520" sldId="2147483701"/>
              <pc:sldLayoutMk cId="2260877161" sldId="2147483729"/>
              <ac:spMk id="5" creationId="{680ECF07-92F6-6E96-07B6-805824D4A689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51" v="635" actId="947"/>
            <ac:spMkLst>
              <pc:docMk/>
              <pc:sldMasterMk cId="2360261520" sldId="2147483701"/>
              <pc:sldLayoutMk cId="2260877161" sldId="2147483729"/>
              <ac:spMk id="40" creationId="{2B11AFB9-DD0F-FED6-2577-2A6866932120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67" v="637" actId="947"/>
            <ac:spMkLst>
              <pc:docMk/>
              <pc:sldMasterMk cId="2360261520" sldId="2147483701"/>
              <pc:sldLayoutMk cId="2260877161" sldId="2147483729"/>
              <ac:spMk id="41" creationId="{DB71E0F5-1A35-9979-24A8-A7C066DC8806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67" v="639" actId="947"/>
            <ac:spMkLst>
              <pc:docMk/>
              <pc:sldMasterMk cId="2360261520" sldId="2147483701"/>
              <pc:sldLayoutMk cId="2260877161" sldId="2147483729"/>
              <ac:spMk id="42" creationId="{C3E1A941-C399-5D56-1107-4612D1B53A6A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67" v="641" actId="947"/>
            <ac:spMkLst>
              <pc:docMk/>
              <pc:sldMasterMk cId="2360261520" sldId="2147483701"/>
              <pc:sldLayoutMk cId="2260877161" sldId="2147483729"/>
              <ac:spMk id="43" creationId="{1E39EB3C-7A3E-490E-575A-39474E81AAA6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67" v="643" actId="947"/>
            <ac:spMkLst>
              <pc:docMk/>
              <pc:sldMasterMk cId="2360261520" sldId="2147483701"/>
              <pc:sldLayoutMk cId="2260877161" sldId="2147483729"/>
              <ac:spMk id="44" creationId="{372B9BED-A647-762C-1C74-CD2CBEC8FD28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67" v="645" actId="947"/>
            <ac:spMkLst>
              <pc:docMk/>
              <pc:sldMasterMk cId="2360261520" sldId="2147483701"/>
              <pc:sldLayoutMk cId="2260877161" sldId="2147483729"/>
              <ac:spMk id="45" creationId="{4420E456-1A0C-0B33-2606-E0FA605C89F2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82" v="647" actId="947"/>
            <ac:spMkLst>
              <pc:docMk/>
              <pc:sldMasterMk cId="2360261520" sldId="2147483701"/>
              <pc:sldLayoutMk cId="2260877161" sldId="2147483729"/>
              <ac:spMk id="46" creationId="{E8AABC45-27B0-4077-BDB1-975288AA8C28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82" v="649" actId="947"/>
            <ac:spMkLst>
              <pc:docMk/>
              <pc:sldMasterMk cId="2360261520" sldId="2147483701"/>
              <pc:sldLayoutMk cId="2260877161" sldId="2147483729"/>
              <ac:spMk id="47" creationId="{D05D84D5-D1DC-A5B8-D615-2E0D77D46184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82" v="651" actId="947"/>
            <ac:spMkLst>
              <pc:docMk/>
              <pc:sldMasterMk cId="2360261520" sldId="2147483701"/>
              <pc:sldLayoutMk cId="2260877161" sldId="2147483729"/>
              <ac:spMk id="48" creationId="{25A06A13-ABD5-18D4-7DB4-D594DCBD6B80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82" v="653" actId="947"/>
            <ac:spMkLst>
              <pc:docMk/>
              <pc:sldMasterMk cId="2360261520" sldId="2147483701"/>
              <pc:sldLayoutMk cId="2260877161" sldId="2147483729"/>
              <ac:spMk id="54" creationId="{E3535358-87E7-A68F-4B28-DF2E2B1381E4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82" v="655" actId="947"/>
            <ac:spMkLst>
              <pc:docMk/>
              <pc:sldMasterMk cId="2360261520" sldId="2147483701"/>
              <pc:sldLayoutMk cId="2260877161" sldId="2147483729"/>
              <ac:spMk id="55" creationId="{E776901F-E968-9255-B888-C5199000B3BD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98" v="657" actId="947"/>
            <ac:spMkLst>
              <pc:docMk/>
              <pc:sldMasterMk cId="2360261520" sldId="2147483701"/>
              <pc:sldLayoutMk cId="2260877161" sldId="2147483729"/>
              <ac:spMk id="56" creationId="{8552007B-D31C-2D98-A94A-23B1D69CDE0A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98" v="659" actId="947"/>
            <ac:spMkLst>
              <pc:docMk/>
              <pc:sldMasterMk cId="2360261520" sldId="2147483701"/>
              <pc:sldLayoutMk cId="2260877161" sldId="2147483729"/>
              <ac:spMk id="57" creationId="{1A9279AD-B45A-ACCA-2E6C-24733D2E254A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98" v="661" actId="947"/>
            <ac:spMkLst>
              <pc:docMk/>
              <pc:sldMasterMk cId="2360261520" sldId="2147483701"/>
              <pc:sldLayoutMk cId="2260877161" sldId="2147483729"/>
              <ac:spMk id="58" creationId="{EB9C013A-0864-2E94-DE97-62EC191B5829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13" v="605" actId="947"/>
            <ac:spMkLst>
              <pc:docMk/>
              <pc:sldMasterMk cId="2360261520" sldId="2147483701"/>
              <pc:sldLayoutMk cId="2260877161" sldId="2147483729"/>
              <ac:spMk id="64" creationId="{B3F06063-F9BA-94C5-C6F5-E9458373FF78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13" v="607" actId="947"/>
            <ac:spMkLst>
              <pc:docMk/>
              <pc:sldMasterMk cId="2360261520" sldId="2147483701"/>
              <pc:sldLayoutMk cId="2260877161" sldId="2147483729"/>
              <ac:spMk id="65" creationId="{0C3681CA-A76A-1F93-992A-4280AF63800A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13" v="609" actId="947"/>
            <ac:spMkLst>
              <pc:docMk/>
              <pc:sldMasterMk cId="2360261520" sldId="2147483701"/>
              <pc:sldLayoutMk cId="2260877161" sldId="2147483729"/>
              <ac:spMk id="66" creationId="{CE8541F0-DBBE-1F14-20B5-14F2122C9CB2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98" v="663" actId="947"/>
            <ac:spMkLst>
              <pc:docMk/>
              <pc:sldMasterMk cId="2360261520" sldId="2147483701"/>
              <pc:sldLayoutMk cId="2260877161" sldId="2147483729"/>
              <ac:spMk id="67" creationId="{E9DBC2EE-19C1-FC1A-B95F-D4EBB5B2093D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13" v="611" actId="947"/>
            <ac:spMkLst>
              <pc:docMk/>
              <pc:sldMasterMk cId="2360261520" sldId="2147483701"/>
              <pc:sldLayoutMk cId="2260877161" sldId="2147483729"/>
              <ac:spMk id="70" creationId="{9C75CB15-AAE5-D78F-FCC0-53E93C5D6238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29" v="613" actId="947"/>
            <ac:spMkLst>
              <pc:docMk/>
              <pc:sldMasterMk cId="2360261520" sldId="2147483701"/>
              <pc:sldLayoutMk cId="2260877161" sldId="2147483729"/>
              <ac:spMk id="71" creationId="{71CFE95F-B9F4-36E1-728B-09CC02E35F9F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29" v="615" actId="947"/>
            <ac:spMkLst>
              <pc:docMk/>
              <pc:sldMasterMk cId="2360261520" sldId="2147483701"/>
              <pc:sldLayoutMk cId="2260877161" sldId="2147483729"/>
              <ac:spMk id="72" creationId="{3C2B2DF4-5D5B-34EC-D510-8A2461C9F835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35" v="617" actId="947"/>
            <ac:spMkLst>
              <pc:docMk/>
              <pc:sldMasterMk cId="2360261520" sldId="2147483701"/>
              <pc:sldLayoutMk cId="2260877161" sldId="2147483729"/>
              <ac:spMk id="73" creationId="{AAF9616E-EAD3-FBDF-3BD5-70291E66324A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35" v="619" actId="947"/>
            <ac:spMkLst>
              <pc:docMk/>
              <pc:sldMasterMk cId="2360261520" sldId="2147483701"/>
              <pc:sldLayoutMk cId="2260877161" sldId="2147483729"/>
              <ac:spMk id="74" creationId="{B566072A-F0C7-C063-B3B0-A6B82567668A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35" v="621" actId="947"/>
            <ac:spMkLst>
              <pc:docMk/>
              <pc:sldMasterMk cId="2360261520" sldId="2147483701"/>
              <pc:sldLayoutMk cId="2260877161" sldId="2147483729"/>
              <ac:spMk id="75" creationId="{D66DC640-01EA-1206-31A8-186E9F67A952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35" v="623" actId="947"/>
            <ac:spMkLst>
              <pc:docMk/>
              <pc:sldMasterMk cId="2360261520" sldId="2147483701"/>
              <pc:sldLayoutMk cId="2260877161" sldId="2147483729"/>
              <ac:spMk id="76" creationId="{4305D7E6-DE7C-919D-1C49-F352DC239E20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35" v="625" actId="947"/>
            <ac:spMkLst>
              <pc:docMk/>
              <pc:sldMasterMk cId="2360261520" sldId="2147483701"/>
              <pc:sldLayoutMk cId="2260877161" sldId="2147483729"/>
              <ac:spMk id="83" creationId="{DD20FB11-AA61-5D0B-DFE7-519FB7596139}"/>
            </ac:spMkLst>
          </pc:spChg>
          <pc:spChg chg="mod">
            <ac:chgData name="Jayamy Diala Camacho Monteiro" userId="244d8470-8c86-486b-9a54-8921d9b16eff" providerId="ADAL" clId="{9C1D7844-ECFA-45A2-8F5B-086A969801E5}" dt="2026-04-15T23:02:01.551" v="627" actId="947"/>
            <ac:spMkLst>
              <pc:docMk/>
              <pc:sldMasterMk cId="2360261520" sldId="2147483701"/>
              <pc:sldLayoutMk cId="2260877161" sldId="2147483729"/>
              <ac:spMk id="84" creationId="{1EA53A96-9E35-E8BA-9A02-2B810E6F9E0C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3.055" v="1181"/>
            <ac:graphicFrameMkLst>
              <pc:docMk/>
              <pc:sldMasterMk cId="2360261520" sldId="2147483701"/>
              <pc:sldLayoutMk cId="2260877161" sldId="2147483729"/>
              <ac:graphicFrameMk id="7" creationId="{9707F462-509C-A24D-6997-DD4624FD4684}"/>
            </ac:graphicFrameMkLst>
          </pc:graphicFrameChg>
        </pc:sldLayoutChg>
      </pc:sldMasterChg>
      <pc:sldMasterChg chg="modSp mod modSldLayout">
        <pc:chgData name="Jayamy Diala Camacho Monteiro" userId="244d8470-8c86-486b-9a54-8921d9b16eff" providerId="ADAL" clId="{9C1D7844-ECFA-45A2-8F5B-086A969801E5}" dt="2026-04-15T23:02:03.087" v="1211"/>
        <pc:sldMasterMkLst>
          <pc:docMk/>
          <pc:sldMasterMk cId="1781309309" sldId="2147483705"/>
        </pc:sldMasterMkLst>
        <pc:spChg chg="mod">
          <ac:chgData name="Jayamy Diala Camacho Monteiro" userId="244d8470-8c86-486b-9a54-8921d9b16eff" providerId="ADAL" clId="{9C1D7844-ECFA-45A2-8F5B-086A969801E5}" dt="2026-04-15T23:02:02.600" v="778" actId="299"/>
          <ac:spMkLst>
            <pc:docMk/>
            <pc:sldMasterMk cId="1781309309" sldId="2147483705"/>
            <ac:spMk id="2" creationId="{2C14413C-F78B-9D1E-033C-E234D276CFEF}"/>
          </ac:spMkLst>
        </pc:spChg>
        <pc:spChg chg="mod">
          <ac:chgData name="Jayamy Diala Camacho Monteiro" userId="244d8470-8c86-486b-9a54-8921d9b16eff" providerId="ADAL" clId="{9C1D7844-ECFA-45A2-8F5B-086A969801E5}" dt="2026-04-15T23:02:01.498" v="601"/>
          <ac:spMkLst>
            <pc:docMk/>
            <pc:sldMasterMk cId="1781309309" sldId="2147483705"/>
            <ac:spMk id="4" creationId="{981119F3-CAE1-322F-584B-8307750045A6}"/>
          </ac:spMkLst>
        </pc:spChg>
        <pc:spChg chg="mod">
          <ac:chgData name="Jayamy Diala Camacho Monteiro" userId="244d8470-8c86-486b-9a54-8921d9b16eff" providerId="ADAL" clId="{9C1D7844-ECFA-45A2-8F5B-086A969801E5}" dt="2026-04-15T23:02:01.482" v="597" actId="947"/>
          <ac:spMkLst>
            <pc:docMk/>
            <pc:sldMasterMk cId="1781309309" sldId="2147483705"/>
            <ac:spMk id="17" creationId="{E5322406-4DDA-4E56-EB96-1F3348542D91}"/>
          </ac:spMkLst>
        </pc:spChg>
        <pc:spChg chg="mod">
          <ac:chgData name="Jayamy Diala Camacho Monteiro" userId="244d8470-8c86-486b-9a54-8921d9b16eff" providerId="ADAL" clId="{9C1D7844-ECFA-45A2-8F5B-086A969801E5}" dt="2026-04-15T23:02:01.482" v="599" actId="947"/>
          <ac:spMkLst>
            <pc:docMk/>
            <pc:sldMasterMk cId="1781309309" sldId="2147483705"/>
            <ac:spMk id="18" creationId="{EF787AC3-0FFB-4484-03AC-412D1E08D9B2}"/>
          </ac:spMkLst>
        </pc:spChg>
        <pc:graphicFrameChg chg="mod">
          <ac:chgData name="Jayamy Diala Camacho Monteiro" userId="244d8470-8c86-486b-9a54-8921d9b16eff" providerId="ADAL" clId="{9C1D7844-ECFA-45A2-8F5B-086A969801E5}" dt="2026-04-15T23:02:03.040" v="1167"/>
          <ac:graphicFrameMkLst>
            <pc:docMk/>
            <pc:sldMasterMk cId="1781309309" sldId="2147483705"/>
            <ac:graphicFrameMk id="3" creationId="{B86F9585-7559-CFDA-2FAB-B971440E0CEA}"/>
          </ac:graphicFrameMkLst>
        </pc:graphicFrameChg>
        <pc:sldLayoutChg chg="addSp modSp mod">
          <pc:chgData name="Jayamy Diala Camacho Monteiro" userId="244d8470-8c86-486b-9a54-8921d9b16eff" providerId="ADAL" clId="{9C1D7844-ECFA-45A2-8F5B-086A969801E5}" dt="2026-04-15T23:02:03.087" v="1211"/>
          <pc:sldLayoutMkLst>
            <pc:docMk/>
            <pc:sldMasterMk cId="1781309309" sldId="2147483705"/>
            <pc:sldLayoutMk cId="1587144075" sldId="2147483706"/>
          </pc:sldLayoutMkLst>
          <pc:spChg chg="mod">
            <ac:chgData name="Jayamy Diala Camacho Monteiro" userId="244d8470-8c86-486b-9a54-8921d9b16eff" providerId="ADAL" clId="{9C1D7844-ECFA-45A2-8F5B-086A969801E5}" dt="2026-04-15T23:02:01.714" v="707" actId="947"/>
            <ac:spMkLst>
              <pc:docMk/>
              <pc:sldMasterMk cId="1781309309" sldId="2147483705"/>
              <pc:sldLayoutMk cId="1587144075" sldId="2147483706"/>
              <ac:spMk id="2" creationId="{B6507096-264D-722F-3367-98155E8CBB5B}"/>
            </ac:spMkLst>
          </pc:spChg>
          <pc:spChg chg="mod">
            <ac:chgData name="Jayamy Diala Camacho Monteiro" userId="244d8470-8c86-486b-9a54-8921d9b16eff" providerId="ADAL" clId="{9C1D7844-ECFA-45A2-8F5B-086A969801E5}" dt="2026-04-15T23:02:01.698" v="703" actId="947"/>
            <ac:spMkLst>
              <pc:docMk/>
              <pc:sldMasterMk cId="1781309309" sldId="2147483705"/>
              <pc:sldLayoutMk cId="1587144075" sldId="2147483706"/>
              <ac:spMk id="3" creationId="{83066E48-CC26-2C2B-3E87-4516FDDE292B}"/>
            </ac:spMkLst>
          </pc:spChg>
          <pc:spChg chg="mod">
            <ac:chgData name="Jayamy Diala Camacho Monteiro" userId="244d8470-8c86-486b-9a54-8921d9b16eff" providerId="ADAL" clId="{9C1D7844-ECFA-45A2-8F5B-086A969801E5}" dt="2026-04-15T23:02:01.714" v="709" actId="947"/>
            <ac:spMkLst>
              <pc:docMk/>
              <pc:sldMasterMk cId="1781309309" sldId="2147483705"/>
              <pc:sldLayoutMk cId="1587144075" sldId="2147483706"/>
              <ac:spMk id="4" creationId="{ACC07132-55F6-1C30-2EA5-EEFD03DE3FEE}"/>
            </ac:spMkLst>
          </pc:spChg>
          <pc:spChg chg="mod">
            <ac:chgData name="Jayamy Diala Camacho Monteiro" userId="244d8470-8c86-486b-9a54-8921d9b16eff" providerId="ADAL" clId="{9C1D7844-ECFA-45A2-8F5B-086A969801E5}" dt="2026-04-15T23:02:02.618" v="781" actId="299"/>
            <ac:spMkLst>
              <pc:docMk/>
              <pc:sldMasterMk cId="1781309309" sldId="2147483705"/>
              <pc:sldLayoutMk cId="1587144075" sldId="2147483706"/>
              <ac:spMk id="11" creationId="{4CF771E0-235C-A474-43DC-EA72CD6A9749}"/>
            </ac:spMkLst>
          </pc:spChg>
          <pc:spChg chg="mod">
            <ac:chgData name="Jayamy Diala Camacho Monteiro" userId="244d8470-8c86-486b-9a54-8921d9b16eff" providerId="ADAL" clId="{9C1D7844-ECFA-45A2-8F5B-086A969801E5}" dt="2026-04-15T23:02:01.714" v="711" actId="947"/>
            <ac:spMkLst>
              <pc:docMk/>
              <pc:sldMasterMk cId="1781309309" sldId="2147483705"/>
              <pc:sldLayoutMk cId="1587144075" sldId="2147483706"/>
              <ac:spMk id="16" creationId="{1A8136D4-EBC9-BEA9-030E-9ECFC1C81E8E}"/>
            </ac:spMkLst>
          </pc:spChg>
          <pc:spChg chg="mod">
            <ac:chgData name="Jayamy Diala Camacho Monteiro" userId="244d8470-8c86-486b-9a54-8921d9b16eff" providerId="ADAL" clId="{9C1D7844-ECFA-45A2-8F5B-086A969801E5}" dt="2026-04-15T23:02:01.698" v="701" actId="947"/>
            <ac:spMkLst>
              <pc:docMk/>
              <pc:sldMasterMk cId="1781309309" sldId="2147483705"/>
              <pc:sldLayoutMk cId="1587144075" sldId="2147483706"/>
              <ac:spMk id="39" creationId="{2A278BB8-5F4C-704F-87CE-1865AADED145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3.087" v="1211"/>
            <ac:graphicFrameMkLst>
              <pc:docMk/>
              <pc:sldMasterMk cId="1781309309" sldId="2147483705"/>
              <pc:sldLayoutMk cId="1587144075" sldId="2147483706"/>
              <ac:graphicFrameMk id="5" creationId="{F965FF41-064E-BC77-C540-F6D79B7B4EAB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2.717" v="853"/>
          <pc:sldLayoutMkLst>
            <pc:docMk/>
            <pc:sldMasterMk cId="1781309309" sldId="2147483705"/>
            <pc:sldLayoutMk cId="3993433738" sldId="2147483707"/>
          </pc:sldLayoutMkLst>
          <pc:spChg chg="mod">
            <ac:chgData name="Jayamy Diala Camacho Monteiro" userId="244d8470-8c86-486b-9a54-8921d9b16eff" providerId="ADAL" clId="{9C1D7844-ECFA-45A2-8F5B-086A969801E5}" dt="2026-04-15T23:02:00.394" v="97" actId="947"/>
            <ac:spMkLst>
              <pc:docMk/>
              <pc:sldMasterMk cId="1781309309" sldId="2147483705"/>
              <pc:sldLayoutMk cId="3993433738" sldId="2147483707"/>
              <ac:spMk id="2" creationId="{C62D3F4C-1770-BFC9-740A-44FEF54D5B3F}"/>
            </ac:spMkLst>
          </pc:spChg>
          <pc:spChg chg="mod">
            <ac:chgData name="Jayamy Diala Camacho Monteiro" userId="244d8470-8c86-486b-9a54-8921d9b16eff" providerId="ADAL" clId="{9C1D7844-ECFA-45A2-8F5B-086A969801E5}" dt="2026-04-15T23:02:00.394" v="99" actId="947"/>
            <ac:spMkLst>
              <pc:docMk/>
              <pc:sldMasterMk cId="1781309309" sldId="2147483705"/>
              <pc:sldLayoutMk cId="3993433738" sldId="2147483707"/>
              <ac:spMk id="3" creationId="{4827B04A-A93A-3D89-6715-0192BC398007}"/>
            </ac:spMkLst>
          </pc:spChg>
          <pc:spChg chg="mod">
            <ac:chgData name="Jayamy Diala Camacho Monteiro" userId="244d8470-8c86-486b-9a54-8921d9b16eff" providerId="ADAL" clId="{9C1D7844-ECFA-45A2-8F5B-086A969801E5}" dt="2026-04-15T23:02:02.468" v="739" actId="299"/>
            <ac:spMkLst>
              <pc:docMk/>
              <pc:sldMasterMk cId="1781309309" sldId="2147483705"/>
              <pc:sldLayoutMk cId="3993433738" sldId="2147483707"/>
              <ac:spMk id="4" creationId="{0AFB053B-C83E-914B-0895-3532F1491369}"/>
            </ac:spMkLst>
          </pc:spChg>
          <pc:spChg chg="mod">
            <ac:chgData name="Jayamy Diala Camacho Monteiro" userId="244d8470-8c86-486b-9a54-8921d9b16eff" providerId="ADAL" clId="{9C1D7844-ECFA-45A2-8F5B-086A969801E5}" dt="2026-04-15T23:02:00.394" v="101" actId="947"/>
            <ac:spMkLst>
              <pc:docMk/>
              <pc:sldMasterMk cId="1781309309" sldId="2147483705"/>
              <pc:sldLayoutMk cId="3993433738" sldId="2147483707"/>
              <ac:spMk id="8" creationId="{0D2DD8F1-7DAF-B979-9A3C-7FD7B6752082}"/>
            </ac:spMkLst>
          </pc:spChg>
          <pc:spChg chg="mod">
            <ac:chgData name="Jayamy Diala Camacho Monteiro" userId="244d8470-8c86-486b-9a54-8921d9b16eff" providerId="ADAL" clId="{9C1D7844-ECFA-45A2-8F5B-086A969801E5}" dt="2026-04-15T23:02:00.394" v="95" actId="947"/>
            <ac:spMkLst>
              <pc:docMk/>
              <pc:sldMasterMk cId="1781309309" sldId="2147483705"/>
              <pc:sldLayoutMk cId="3993433738" sldId="2147483707"/>
              <ac:spMk id="18" creationId="{0A5335BB-EAF9-6D96-EE95-FEDA763EA6D8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2.717" v="853"/>
            <ac:graphicFrameMkLst>
              <pc:docMk/>
              <pc:sldMasterMk cId="1781309309" sldId="2147483705"/>
              <pc:sldLayoutMk cId="3993433738" sldId="2147483707"/>
              <ac:graphicFrameMk id="5" creationId="{8E0991CB-E703-24ED-AF6D-2928579C569A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2.654" v="795"/>
          <pc:sldLayoutMkLst>
            <pc:docMk/>
            <pc:sldMasterMk cId="1781309309" sldId="2147483705"/>
            <pc:sldLayoutMk cId="3621524476" sldId="2147483708"/>
          </pc:sldLayoutMkLst>
          <pc:spChg chg="mod">
            <ac:chgData name="Jayamy Diala Camacho Monteiro" userId="244d8470-8c86-486b-9a54-8921d9b16eff" providerId="ADAL" clId="{9C1D7844-ECFA-45A2-8F5B-086A969801E5}" dt="2026-04-15T23:02:00.163" v="21" actId="947"/>
            <ac:spMkLst>
              <pc:docMk/>
              <pc:sldMasterMk cId="1781309309" sldId="2147483705"/>
              <pc:sldLayoutMk cId="3621524476" sldId="2147483708"/>
              <ac:spMk id="2" creationId="{802A97AA-8157-6B6E-82A1-32C4BE7823AF}"/>
            </ac:spMkLst>
          </pc:spChg>
          <pc:spChg chg="mod">
            <ac:chgData name="Jayamy Diala Camacho Monteiro" userId="244d8470-8c86-486b-9a54-8921d9b16eff" providerId="ADAL" clId="{9C1D7844-ECFA-45A2-8F5B-086A969801E5}" dt="2026-04-15T23:02:00.163" v="23" actId="947"/>
            <ac:spMkLst>
              <pc:docMk/>
              <pc:sldMasterMk cId="1781309309" sldId="2147483705"/>
              <pc:sldLayoutMk cId="3621524476" sldId="2147483708"/>
              <ac:spMk id="3" creationId="{B4816FA4-0CD7-557C-9251-7F7F1E86DF6D}"/>
            </ac:spMkLst>
          </pc:spChg>
          <pc:spChg chg="mod">
            <ac:chgData name="Jayamy Diala Camacho Monteiro" userId="244d8470-8c86-486b-9a54-8921d9b16eff" providerId="ADAL" clId="{9C1D7844-ECFA-45A2-8F5B-086A969801E5}" dt="2026-04-15T23:02:00.131" v="17" actId="947"/>
            <ac:spMkLst>
              <pc:docMk/>
              <pc:sldMasterMk cId="1781309309" sldId="2147483705"/>
              <pc:sldLayoutMk cId="3621524476" sldId="2147483708"/>
              <ac:spMk id="5" creationId="{40484503-57D6-60BA-4BBC-5E5BD5DD2147}"/>
            </ac:spMkLst>
          </pc:spChg>
          <pc:spChg chg="mod">
            <ac:chgData name="Jayamy Diala Camacho Monteiro" userId="244d8470-8c86-486b-9a54-8921d9b16eff" providerId="ADAL" clId="{9C1D7844-ECFA-45A2-8F5B-086A969801E5}" dt="2026-04-15T23:02:02.423" v="724" actId="299"/>
            <ac:spMkLst>
              <pc:docMk/>
              <pc:sldMasterMk cId="1781309309" sldId="2147483705"/>
              <pc:sldLayoutMk cId="3621524476" sldId="2147483708"/>
              <ac:spMk id="6" creationId="{61CB77D7-87EC-722D-7375-A9A4C966E3E7}"/>
            </ac:spMkLst>
          </pc:spChg>
          <pc:spChg chg="mod">
            <ac:chgData name="Jayamy Diala Camacho Monteiro" userId="244d8470-8c86-486b-9a54-8921d9b16eff" providerId="ADAL" clId="{9C1D7844-ECFA-45A2-8F5B-086A969801E5}" dt="2026-04-15T23:02:00.178" v="25" actId="947"/>
            <ac:spMkLst>
              <pc:docMk/>
              <pc:sldMasterMk cId="1781309309" sldId="2147483705"/>
              <pc:sldLayoutMk cId="3621524476" sldId="2147483708"/>
              <ac:spMk id="9" creationId="{A0B370CA-6580-C80E-5847-58C74B23FD54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2.654" v="795"/>
            <ac:graphicFrameMkLst>
              <pc:docMk/>
              <pc:sldMasterMk cId="1781309309" sldId="2147483705"/>
              <pc:sldLayoutMk cId="3621524476" sldId="2147483708"/>
              <ac:graphicFrameMk id="4" creationId="{83146B4E-AF78-8A0C-9AF3-319BEE63075F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2.732" v="867"/>
          <pc:sldLayoutMkLst>
            <pc:docMk/>
            <pc:sldMasterMk cId="1781309309" sldId="2147483705"/>
            <pc:sldLayoutMk cId="1458473736" sldId="2147483709"/>
          </pc:sldLayoutMkLst>
          <pc:spChg chg="mod">
            <ac:chgData name="Jayamy Diala Camacho Monteiro" userId="244d8470-8c86-486b-9a54-8921d9b16eff" providerId="ADAL" clId="{9C1D7844-ECFA-45A2-8F5B-086A969801E5}" dt="2026-04-15T23:02:00.432" v="111" actId="947"/>
            <ac:spMkLst>
              <pc:docMk/>
              <pc:sldMasterMk cId="1781309309" sldId="2147483705"/>
              <pc:sldLayoutMk cId="1458473736" sldId="2147483709"/>
              <ac:spMk id="2" creationId="{F6D9991E-708D-C1BD-3070-8BE075595B7E}"/>
            </ac:spMkLst>
          </pc:spChg>
          <pc:spChg chg="mod">
            <ac:chgData name="Jayamy Diala Camacho Monteiro" userId="244d8470-8c86-486b-9a54-8921d9b16eff" providerId="ADAL" clId="{9C1D7844-ECFA-45A2-8F5B-086A969801E5}" dt="2026-04-15T23:02:00.432" v="113" actId="947"/>
            <ac:spMkLst>
              <pc:docMk/>
              <pc:sldMasterMk cId="1781309309" sldId="2147483705"/>
              <pc:sldLayoutMk cId="1458473736" sldId="2147483709"/>
              <ac:spMk id="3" creationId="{DD9FC6AB-1D11-5E7E-26E6-42533744D98F}"/>
            </ac:spMkLst>
          </pc:spChg>
          <pc:spChg chg="mod">
            <ac:chgData name="Jayamy Diala Camacho Monteiro" userId="244d8470-8c86-486b-9a54-8921d9b16eff" providerId="ADAL" clId="{9C1D7844-ECFA-45A2-8F5B-086A969801E5}" dt="2026-04-15T23:02:00.410" v="103" actId="947"/>
            <ac:spMkLst>
              <pc:docMk/>
              <pc:sldMasterMk cId="1781309309" sldId="2147483705"/>
              <pc:sldLayoutMk cId="1458473736" sldId="2147483709"/>
              <ac:spMk id="4" creationId="{0954DDEF-C31A-D30D-4B31-DF4667150E86}"/>
            </ac:spMkLst>
          </pc:spChg>
          <pc:spChg chg="mod">
            <ac:chgData name="Jayamy Diala Camacho Monteiro" userId="244d8470-8c86-486b-9a54-8921d9b16eff" providerId="ADAL" clId="{9C1D7844-ECFA-45A2-8F5B-086A969801E5}" dt="2026-04-15T23:02:02.468" v="742" actId="299"/>
            <ac:spMkLst>
              <pc:docMk/>
              <pc:sldMasterMk cId="1781309309" sldId="2147483705"/>
              <pc:sldLayoutMk cId="1458473736" sldId="2147483709"/>
              <ac:spMk id="5" creationId="{5DCCB887-3913-6185-76B3-6FE99A8BBC62}"/>
            </ac:spMkLst>
          </pc:spChg>
          <pc:spChg chg="mod">
            <ac:chgData name="Jayamy Diala Camacho Monteiro" userId="244d8470-8c86-486b-9a54-8921d9b16eff" providerId="ADAL" clId="{9C1D7844-ECFA-45A2-8F5B-086A969801E5}" dt="2026-04-15T23:02:00.432" v="115" actId="947"/>
            <ac:spMkLst>
              <pc:docMk/>
              <pc:sldMasterMk cId="1781309309" sldId="2147483705"/>
              <pc:sldLayoutMk cId="1458473736" sldId="2147483709"/>
              <ac:spMk id="7" creationId="{81F4BCA5-5E5D-A7D5-907C-D9C6E501F0D5}"/>
            </ac:spMkLst>
          </pc:spChg>
          <pc:spChg chg="mod">
            <ac:chgData name="Jayamy Diala Camacho Monteiro" userId="244d8470-8c86-486b-9a54-8921d9b16eff" providerId="ADAL" clId="{9C1D7844-ECFA-45A2-8F5B-086A969801E5}" dt="2026-04-15T23:02:00.410" v="105" actId="947"/>
            <ac:spMkLst>
              <pc:docMk/>
              <pc:sldMasterMk cId="1781309309" sldId="2147483705"/>
              <pc:sldLayoutMk cId="1458473736" sldId="2147483709"/>
              <ac:spMk id="9" creationId="{448F69F9-9FA8-D684-C0BB-1FCAB0197C3F}"/>
            </ac:spMkLst>
          </pc:spChg>
          <pc:spChg chg="mod">
            <ac:chgData name="Jayamy Diala Camacho Monteiro" userId="244d8470-8c86-486b-9a54-8921d9b16eff" providerId="ADAL" clId="{9C1D7844-ECFA-45A2-8F5B-086A969801E5}" dt="2026-04-15T23:02:00.426" v="109" actId="947"/>
            <ac:spMkLst>
              <pc:docMk/>
              <pc:sldMasterMk cId="1781309309" sldId="2147483705"/>
              <pc:sldLayoutMk cId="1458473736" sldId="2147483709"/>
              <ac:spMk id="11" creationId="{9CF561B3-060A-C225-A71D-0B8577BC2092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2.732" v="867"/>
            <ac:graphicFrameMkLst>
              <pc:docMk/>
              <pc:sldMasterMk cId="1781309309" sldId="2147483705"/>
              <pc:sldLayoutMk cId="1458473736" sldId="2147483709"/>
              <ac:graphicFrameMk id="6" creationId="{441F2130-EAE0-947F-0C3D-3E60370CD045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2.754" v="881"/>
          <pc:sldLayoutMkLst>
            <pc:docMk/>
            <pc:sldMasterMk cId="1781309309" sldId="2147483705"/>
            <pc:sldLayoutMk cId="2346084758" sldId="2147483710"/>
          </pc:sldLayoutMkLst>
          <pc:spChg chg="mod">
            <ac:chgData name="Jayamy Diala Camacho Monteiro" userId="244d8470-8c86-486b-9a54-8921d9b16eff" providerId="ADAL" clId="{9C1D7844-ECFA-45A2-8F5B-086A969801E5}" dt="2026-04-15T23:02:02.468" v="745" actId="299"/>
            <ac:spMkLst>
              <pc:docMk/>
              <pc:sldMasterMk cId="1781309309" sldId="2147483705"/>
              <pc:sldLayoutMk cId="2346084758" sldId="2147483710"/>
              <ac:spMk id="2" creationId="{21FD7E9D-FCFE-AD1C-C725-60A512714840}"/>
            </ac:spMkLst>
          </pc:spChg>
          <pc:spChg chg="mod">
            <ac:chgData name="Jayamy Diala Camacho Monteiro" userId="244d8470-8c86-486b-9a54-8921d9b16eff" providerId="ADAL" clId="{9C1D7844-ECFA-45A2-8F5B-086A969801E5}" dt="2026-04-15T23:02:00.483" v="127" actId="947"/>
            <ac:spMkLst>
              <pc:docMk/>
              <pc:sldMasterMk cId="1781309309" sldId="2147483705"/>
              <pc:sldLayoutMk cId="2346084758" sldId="2147483710"/>
              <ac:spMk id="3" creationId="{0762833F-90DC-1567-6AE9-39A7D099BE5C}"/>
            </ac:spMkLst>
          </pc:spChg>
          <pc:spChg chg="mod">
            <ac:chgData name="Jayamy Diala Camacho Monteiro" userId="244d8470-8c86-486b-9a54-8921d9b16eff" providerId="ADAL" clId="{9C1D7844-ECFA-45A2-8F5B-086A969801E5}" dt="2026-04-15T23:02:00.468" v="121" actId="947"/>
            <ac:spMkLst>
              <pc:docMk/>
              <pc:sldMasterMk cId="1781309309" sldId="2147483705"/>
              <pc:sldLayoutMk cId="2346084758" sldId="2147483710"/>
              <ac:spMk id="4" creationId="{EF02C173-6588-F693-F380-86675DAD51B5}"/>
            </ac:spMkLst>
          </pc:spChg>
          <pc:spChg chg="mod">
            <ac:chgData name="Jayamy Diala Camacho Monteiro" userId="244d8470-8c86-486b-9a54-8921d9b16eff" providerId="ADAL" clId="{9C1D7844-ECFA-45A2-8F5B-086A969801E5}" dt="2026-04-15T23:02:00.468" v="117" actId="947"/>
            <ac:spMkLst>
              <pc:docMk/>
              <pc:sldMasterMk cId="1781309309" sldId="2147483705"/>
              <pc:sldLayoutMk cId="2346084758" sldId="2147483710"/>
              <ac:spMk id="5" creationId="{1DC6A0BF-A81E-B20F-C141-D0765E208914}"/>
            </ac:spMkLst>
          </pc:spChg>
          <pc:spChg chg="mod">
            <ac:chgData name="Jayamy Diala Camacho Monteiro" userId="244d8470-8c86-486b-9a54-8921d9b16eff" providerId="ADAL" clId="{9C1D7844-ECFA-45A2-8F5B-086A969801E5}" dt="2026-04-15T23:02:00.468" v="125" actId="947"/>
            <ac:spMkLst>
              <pc:docMk/>
              <pc:sldMasterMk cId="1781309309" sldId="2147483705"/>
              <pc:sldLayoutMk cId="2346084758" sldId="2147483710"/>
              <ac:spMk id="6" creationId="{A51D6D1F-2C1A-89D1-66CC-0FCADD92357E}"/>
            </ac:spMkLst>
          </pc:spChg>
          <pc:spChg chg="mod">
            <ac:chgData name="Jayamy Diala Camacho Monteiro" userId="244d8470-8c86-486b-9a54-8921d9b16eff" providerId="ADAL" clId="{9C1D7844-ECFA-45A2-8F5B-086A969801E5}" dt="2026-04-15T23:02:00.483" v="129" actId="947"/>
            <ac:spMkLst>
              <pc:docMk/>
              <pc:sldMasterMk cId="1781309309" sldId="2147483705"/>
              <pc:sldLayoutMk cId="2346084758" sldId="2147483710"/>
              <ac:spMk id="7" creationId="{5F9DF28B-259F-4BEC-0C13-220DD1BC9C4F}"/>
            </ac:spMkLst>
          </pc:spChg>
          <pc:spChg chg="mod">
            <ac:chgData name="Jayamy Diala Camacho Monteiro" userId="244d8470-8c86-486b-9a54-8921d9b16eff" providerId="ADAL" clId="{9C1D7844-ECFA-45A2-8F5B-086A969801E5}" dt="2026-04-15T23:02:00.468" v="119" actId="947"/>
            <ac:spMkLst>
              <pc:docMk/>
              <pc:sldMasterMk cId="1781309309" sldId="2147483705"/>
              <pc:sldLayoutMk cId="2346084758" sldId="2147483710"/>
              <ac:spMk id="9" creationId="{448F69F9-9FA8-D684-C0BB-1FCAB0197C3F}"/>
            </ac:spMkLst>
          </pc:spChg>
          <pc:spChg chg="mod">
            <ac:chgData name="Jayamy Diala Camacho Monteiro" userId="244d8470-8c86-486b-9a54-8921d9b16eff" providerId="ADAL" clId="{9C1D7844-ECFA-45A2-8F5B-086A969801E5}" dt="2026-04-15T23:02:00.483" v="131" actId="947"/>
            <ac:spMkLst>
              <pc:docMk/>
              <pc:sldMasterMk cId="1781309309" sldId="2147483705"/>
              <pc:sldLayoutMk cId="2346084758" sldId="2147483710"/>
              <ac:spMk id="12" creationId="{2024974F-B4BB-5415-006D-C5BEA613FAF2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2.754" v="881"/>
            <ac:graphicFrameMkLst>
              <pc:docMk/>
              <pc:sldMasterMk cId="1781309309" sldId="2147483705"/>
              <pc:sldLayoutMk cId="2346084758" sldId="2147483710"/>
              <ac:graphicFrameMk id="8" creationId="{9929218B-34E5-D011-D7B1-BA42E9AABE2E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2.670" v="811"/>
          <pc:sldLayoutMkLst>
            <pc:docMk/>
            <pc:sldMasterMk cId="1781309309" sldId="2147483705"/>
            <pc:sldLayoutMk cId="4045193881" sldId="2147483711"/>
          </pc:sldLayoutMkLst>
          <pc:spChg chg="mod">
            <ac:chgData name="Jayamy Diala Camacho Monteiro" userId="244d8470-8c86-486b-9a54-8921d9b16eff" providerId="ADAL" clId="{9C1D7844-ECFA-45A2-8F5B-086A969801E5}" dt="2026-04-15T23:02:00.263" v="47" actId="947"/>
            <ac:spMkLst>
              <pc:docMk/>
              <pc:sldMasterMk cId="1781309309" sldId="2147483705"/>
              <pc:sldLayoutMk cId="4045193881" sldId="2147483711"/>
              <ac:spMk id="2" creationId="{3D47F3C9-4016-8E6E-10BE-8D28478AC191}"/>
            </ac:spMkLst>
          </pc:spChg>
          <pc:spChg chg="mod">
            <ac:chgData name="Jayamy Diala Camacho Monteiro" userId="244d8470-8c86-486b-9a54-8921d9b16eff" providerId="ADAL" clId="{9C1D7844-ECFA-45A2-8F5B-086A969801E5}" dt="2026-04-15T23:02:00.232" v="37" actId="947"/>
            <ac:spMkLst>
              <pc:docMk/>
              <pc:sldMasterMk cId="1781309309" sldId="2147483705"/>
              <pc:sldLayoutMk cId="4045193881" sldId="2147483711"/>
              <ac:spMk id="3" creationId="{67E216B1-FFFA-4C39-3DE4-4E95FB8AC65A}"/>
            </ac:spMkLst>
          </pc:spChg>
          <pc:spChg chg="mod">
            <ac:chgData name="Jayamy Diala Camacho Monteiro" userId="244d8470-8c86-486b-9a54-8921d9b16eff" providerId="ADAL" clId="{9C1D7844-ECFA-45A2-8F5B-086A969801E5}" dt="2026-04-15T23:02:00.263" v="49" actId="947"/>
            <ac:spMkLst>
              <pc:docMk/>
              <pc:sldMasterMk cId="1781309309" sldId="2147483705"/>
              <pc:sldLayoutMk cId="4045193881" sldId="2147483711"/>
              <ac:spMk id="4" creationId="{38B4A6D8-DE02-8085-26B0-78FA2ABABC22}"/>
            </ac:spMkLst>
          </pc:spChg>
          <pc:spChg chg="mod">
            <ac:chgData name="Jayamy Diala Camacho Monteiro" userId="244d8470-8c86-486b-9a54-8921d9b16eff" providerId="ADAL" clId="{9C1D7844-ECFA-45A2-8F5B-086A969801E5}" dt="2026-04-15T23:02:00.232" v="39" actId="947"/>
            <ac:spMkLst>
              <pc:docMk/>
              <pc:sldMasterMk cId="1781309309" sldId="2147483705"/>
              <pc:sldLayoutMk cId="4045193881" sldId="2147483711"/>
              <ac:spMk id="6" creationId="{FAE8D7BB-AF97-0799-D0E5-03E8770B6B6F}"/>
            </ac:spMkLst>
          </pc:spChg>
          <pc:spChg chg="mod">
            <ac:chgData name="Jayamy Diala Camacho Monteiro" userId="244d8470-8c86-486b-9a54-8921d9b16eff" providerId="ADAL" clId="{9C1D7844-ECFA-45A2-8F5B-086A969801E5}" dt="2026-04-15T23:02:00.247" v="41" actId="947"/>
            <ac:spMkLst>
              <pc:docMk/>
              <pc:sldMasterMk cId="1781309309" sldId="2147483705"/>
              <pc:sldLayoutMk cId="4045193881" sldId="2147483711"/>
              <ac:spMk id="7" creationId="{11CA82BB-1584-C1B1-D9DA-354BFD36FB8F}"/>
            </ac:spMkLst>
          </pc:spChg>
          <pc:spChg chg="mod">
            <ac:chgData name="Jayamy Diala Camacho Monteiro" userId="244d8470-8c86-486b-9a54-8921d9b16eff" providerId="ADAL" clId="{9C1D7844-ECFA-45A2-8F5B-086A969801E5}" dt="2026-04-15T23:02:02.436" v="730" actId="299"/>
            <ac:spMkLst>
              <pc:docMk/>
              <pc:sldMasterMk cId="1781309309" sldId="2147483705"/>
              <pc:sldLayoutMk cId="4045193881" sldId="2147483711"/>
              <ac:spMk id="8" creationId="{286E8A66-DEBB-1EA3-ED4B-AC3DCF1E7233}"/>
            </ac:spMkLst>
          </pc:spChg>
          <pc:spChg chg="mod">
            <ac:chgData name="Jayamy Diala Camacho Monteiro" userId="244d8470-8c86-486b-9a54-8921d9b16eff" providerId="ADAL" clId="{9C1D7844-ECFA-45A2-8F5B-086A969801E5}" dt="2026-04-15T23:02:00.225" v="35" actId="947"/>
            <ac:spMkLst>
              <pc:docMk/>
              <pc:sldMasterMk cId="1781309309" sldId="2147483705"/>
              <pc:sldLayoutMk cId="4045193881" sldId="2147483711"/>
              <ac:spMk id="9" creationId="{448F69F9-9FA8-D684-C0BB-1FCAB0197C3F}"/>
            </ac:spMkLst>
          </pc:spChg>
          <pc:spChg chg="mod">
            <ac:chgData name="Jayamy Diala Camacho Monteiro" userId="244d8470-8c86-486b-9a54-8921d9b16eff" providerId="ADAL" clId="{9C1D7844-ECFA-45A2-8F5B-086A969801E5}" dt="2026-04-15T23:02:00.263" v="51" actId="947"/>
            <ac:spMkLst>
              <pc:docMk/>
              <pc:sldMasterMk cId="1781309309" sldId="2147483705"/>
              <pc:sldLayoutMk cId="4045193881" sldId="2147483711"/>
              <ac:spMk id="12" creationId="{6E627416-073E-2F72-4BE3-CDF28631CDE8}"/>
            </ac:spMkLst>
          </pc:spChg>
          <pc:spChg chg="mod">
            <ac:chgData name="Jayamy Diala Camacho Monteiro" userId="244d8470-8c86-486b-9a54-8921d9b16eff" providerId="ADAL" clId="{9C1D7844-ECFA-45A2-8F5B-086A969801E5}" dt="2026-04-15T23:02:00.247" v="45" actId="947"/>
            <ac:spMkLst>
              <pc:docMk/>
              <pc:sldMasterMk cId="1781309309" sldId="2147483705"/>
              <pc:sldLayoutMk cId="4045193881" sldId="2147483711"/>
              <ac:spMk id="14" creationId="{F2CEBB20-4AE8-7051-E6F3-86D1831B4C62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2.670" v="811"/>
            <ac:graphicFrameMkLst>
              <pc:docMk/>
              <pc:sldMasterMk cId="1781309309" sldId="2147483705"/>
              <pc:sldLayoutMk cId="4045193881" sldId="2147483711"/>
              <ac:graphicFrameMk id="5" creationId="{39111A7A-EFD7-2C51-FC54-9E04924837B8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2.685" v="825"/>
          <pc:sldLayoutMkLst>
            <pc:docMk/>
            <pc:sldMasterMk cId="1781309309" sldId="2147483705"/>
            <pc:sldLayoutMk cId="526813288" sldId="2147483712"/>
          </pc:sldLayoutMkLst>
          <pc:spChg chg="mod">
            <ac:chgData name="Jayamy Diala Camacho Monteiro" userId="244d8470-8c86-486b-9a54-8921d9b16eff" providerId="ADAL" clId="{9C1D7844-ECFA-45A2-8F5B-086A969801E5}" dt="2026-04-15T23:02:00.310" v="65" actId="947"/>
            <ac:spMkLst>
              <pc:docMk/>
              <pc:sldMasterMk cId="1781309309" sldId="2147483705"/>
              <pc:sldLayoutMk cId="526813288" sldId="2147483712"/>
              <ac:spMk id="2" creationId="{F28282C1-F3F8-DFCA-A432-6D45E2410548}"/>
            </ac:spMkLst>
          </pc:spChg>
          <pc:spChg chg="mod">
            <ac:chgData name="Jayamy Diala Camacho Monteiro" userId="244d8470-8c86-486b-9a54-8921d9b16eff" providerId="ADAL" clId="{9C1D7844-ECFA-45A2-8F5B-086A969801E5}" dt="2026-04-15T23:02:00.310" v="67" actId="947"/>
            <ac:spMkLst>
              <pc:docMk/>
              <pc:sldMasterMk cId="1781309309" sldId="2147483705"/>
              <pc:sldLayoutMk cId="526813288" sldId="2147483712"/>
              <ac:spMk id="3" creationId="{2644C58A-3446-2B46-CFA6-998DB47929C2}"/>
            </ac:spMkLst>
          </pc:spChg>
          <pc:spChg chg="mod">
            <ac:chgData name="Jayamy Diala Camacho Monteiro" userId="244d8470-8c86-486b-9a54-8921d9b16eff" providerId="ADAL" clId="{9C1D7844-ECFA-45A2-8F5B-086A969801E5}" dt="2026-04-15T23:02:02.452" v="733" actId="299"/>
            <ac:spMkLst>
              <pc:docMk/>
              <pc:sldMasterMk cId="1781309309" sldId="2147483705"/>
              <pc:sldLayoutMk cId="526813288" sldId="2147483712"/>
              <ac:spMk id="7" creationId="{82835669-14F0-9EAA-D48A-499CF4A50F39}"/>
            </ac:spMkLst>
          </pc:spChg>
          <pc:spChg chg="mod">
            <ac:chgData name="Jayamy Diala Camacho Monteiro" userId="244d8470-8c86-486b-9a54-8921d9b16eff" providerId="ADAL" clId="{9C1D7844-ECFA-45A2-8F5B-086A969801E5}" dt="2026-04-15T23:02:00.310" v="69" actId="947"/>
            <ac:spMkLst>
              <pc:docMk/>
              <pc:sldMasterMk cId="1781309309" sldId="2147483705"/>
              <pc:sldLayoutMk cId="526813288" sldId="2147483712"/>
              <ac:spMk id="8" creationId="{BA7BF8FD-B866-6FD8-43D4-8B1F5F98E20A}"/>
            </ac:spMkLst>
          </pc:spChg>
          <pc:spChg chg="mod">
            <ac:chgData name="Jayamy Diala Camacho Monteiro" userId="244d8470-8c86-486b-9a54-8921d9b16eff" providerId="ADAL" clId="{9C1D7844-ECFA-45A2-8F5B-086A969801E5}" dt="2026-04-15T23:02:00.279" v="55" actId="947"/>
            <ac:spMkLst>
              <pc:docMk/>
              <pc:sldMasterMk cId="1781309309" sldId="2147483705"/>
              <pc:sldLayoutMk cId="526813288" sldId="2147483712"/>
              <ac:spMk id="12" creationId="{C78EAA80-B3AE-4B48-41A4-62BB521E46D5}"/>
            </ac:spMkLst>
          </pc:spChg>
          <pc:spChg chg="mod">
            <ac:chgData name="Jayamy Diala Camacho Monteiro" userId="244d8470-8c86-486b-9a54-8921d9b16eff" providerId="ADAL" clId="{9C1D7844-ECFA-45A2-8F5B-086A969801E5}" dt="2026-04-15T23:02:00.294" v="57" actId="947"/>
            <ac:spMkLst>
              <pc:docMk/>
              <pc:sldMasterMk cId="1781309309" sldId="2147483705"/>
              <pc:sldLayoutMk cId="526813288" sldId="2147483712"/>
              <ac:spMk id="13" creationId="{88CDE1C0-CAC1-6B20-B132-81922A267FD5}"/>
            </ac:spMkLst>
          </pc:spChg>
          <pc:spChg chg="mod">
            <ac:chgData name="Jayamy Diala Camacho Monteiro" userId="244d8470-8c86-486b-9a54-8921d9b16eff" providerId="ADAL" clId="{9C1D7844-ECFA-45A2-8F5B-086A969801E5}" dt="2026-04-15T23:02:00.294" v="59" actId="947"/>
            <ac:spMkLst>
              <pc:docMk/>
              <pc:sldMasterMk cId="1781309309" sldId="2147483705"/>
              <pc:sldLayoutMk cId="526813288" sldId="2147483712"/>
              <ac:spMk id="14" creationId="{C6498220-6B7B-E00F-AF09-284839030662}"/>
            </ac:spMkLst>
          </pc:spChg>
          <pc:spChg chg="mod">
            <ac:chgData name="Jayamy Diala Camacho Monteiro" userId="244d8470-8c86-486b-9a54-8921d9b16eff" providerId="ADAL" clId="{9C1D7844-ECFA-45A2-8F5B-086A969801E5}" dt="2026-04-15T23:02:00.294" v="61" actId="947"/>
            <ac:spMkLst>
              <pc:docMk/>
              <pc:sldMasterMk cId="1781309309" sldId="2147483705"/>
              <pc:sldLayoutMk cId="526813288" sldId="2147483712"/>
              <ac:spMk id="15" creationId="{DE54364D-D38C-C064-D73F-F3C34310641D}"/>
            </ac:spMkLst>
          </pc:spChg>
          <pc:spChg chg="mod">
            <ac:chgData name="Jayamy Diala Camacho Monteiro" userId="244d8470-8c86-486b-9a54-8921d9b16eff" providerId="ADAL" clId="{9C1D7844-ECFA-45A2-8F5B-086A969801E5}" dt="2026-04-15T23:02:00.294" v="63" actId="947"/>
            <ac:spMkLst>
              <pc:docMk/>
              <pc:sldMasterMk cId="1781309309" sldId="2147483705"/>
              <pc:sldLayoutMk cId="526813288" sldId="2147483712"/>
              <ac:spMk id="16" creationId="{B85FCA67-AD17-2EF6-D279-09F766D1E054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2.685" v="825"/>
            <ac:graphicFrameMkLst>
              <pc:docMk/>
              <pc:sldMasterMk cId="1781309309" sldId="2147483705"/>
              <pc:sldLayoutMk cId="526813288" sldId="2147483712"/>
              <ac:graphicFrameMk id="4" creationId="{678BA440-52C1-B23F-4B08-A5860B05AB81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2.701" v="839"/>
          <pc:sldLayoutMkLst>
            <pc:docMk/>
            <pc:sldMasterMk cId="1781309309" sldId="2147483705"/>
            <pc:sldLayoutMk cId="3648211466" sldId="2147483713"/>
          </pc:sldLayoutMkLst>
          <pc:spChg chg="mod">
            <ac:chgData name="Jayamy Diala Camacho Monteiro" userId="244d8470-8c86-486b-9a54-8921d9b16eff" providerId="ADAL" clId="{9C1D7844-ECFA-45A2-8F5B-086A969801E5}" dt="2026-04-15T23:02:00.363" v="87" actId="947"/>
            <ac:spMkLst>
              <pc:docMk/>
              <pc:sldMasterMk cId="1781309309" sldId="2147483705"/>
              <pc:sldLayoutMk cId="3648211466" sldId="2147483713"/>
              <ac:spMk id="2" creationId="{F72B59D9-D23B-35B4-4FD2-C58D0FBA819A}"/>
            </ac:spMkLst>
          </pc:spChg>
          <pc:spChg chg="mod">
            <ac:chgData name="Jayamy Diala Camacho Monteiro" userId="244d8470-8c86-486b-9a54-8921d9b16eff" providerId="ADAL" clId="{9C1D7844-ECFA-45A2-8F5B-086A969801E5}" dt="2026-04-15T23:02:00.379" v="89" actId="947"/>
            <ac:spMkLst>
              <pc:docMk/>
              <pc:sldMasterMk cId="1781309309" sldId="2147483705"/>
              <pc:sldLayoutMk cId="3648211466" sldId="2147483713"/>
              <ac:spMk id="3" creationId="{9B709C75-46D0-D617-6F5F-2E846BAA8D8A}"/>
            </ac:spMkLst>
          </pc:spChg>
          <pc:spChg chg="mod">
            <ac:chgData name="Jayamy Diala Camacho Monteiro" userId="244d8470-8c86-486b-9a54-8921d9b16eff" providerId="ADAL" clId="{9C1D7844-ECFA-45A2-8F5B-086A969801E5}" dt="2026-04-15T23:02:00.325" v="71" actId="947"/>
            <ac:spMkLst>
              <pc:docMk/>
              <pc:sldMasterMk cId="1781309309" sldId="2147483705"/>
              <pc:sldLayoutMk cId="3648211466" sldId="2147483713"/>
              <ac:spMk id="5" creationId="{98AC16FC-FF91-8D85-877B-D1EAD281A9E0}"/>
            </ac:spMkLst>
          </pc:spChg>
          <pc:spChg chg="mod">
            <ac:chgData name="Jayamy Diala Camacho Monteiro" userId="244d8470-8c86-486b-9a54-8921d9b16eff" providerId="ADAL" clId="{9C1D7844-ECFA-45A2-8F5B-086A969801E5}" dt="2026-04-15T23:02:00.379" v="91" actId="947"/>
            <ac:spMkLst>
              <pc:docMk/>
              <pc:sldMasterMk cId="1781309309" sldId="2147483705"/>
              <pc:sldLayoutMk cId="3648211466" sldId="2147483713"/>
              <ac:spMk id="8" creationId="{ED8CB944-A687-8483-82DA-A04034BE806A}"/>
            </ac:spMkLst>
          </pc:spChg>
          <pc:spChg chg="mod">
            <ac:chgData name="Jayamy Diala Camacho Monteiro" userId="244d8470-8c86-486b-9a54-8921d9b16eff" providerId="ADAL" clId="{9C1D7844-ECFA-45A2-8F5B-086A969801E5}" dt="2026-04-15T23:02:00.325" v="73" actId="947"/>
            <ac:spMkLst>
              <pc:docMk/>
              <pc:sldMasterMk cId="1781309309" sldId="2147483705"/>
              <pc:sldLayoutMk cId="3648211466" sldId="2147483713"/>
              <ac:spMk id="10" creationId="{3469666D-E983-A264-F631-C7B0BBF4AA28}"/>
            </ac:spMkLst>
          </pc:spChg>
          <pc:spChg chg="mod">
            <ac:chgData name="Jayamy Diala Camacho Monteiro" userId="244d8470-8c86-486b-9a54-8921d9b16eff" providerId="ADAL" clId="{9C1D7844-ECFA-45A2-8F5B-086A969801E5}" dt="2026-04-15T23:02:00.332" v="75" actId="947"/>
            <ac:spMkLst>
              <pc:docMk/>
              <pc:sldMasterMk cId="1781309309" sldId="2147483705"/>
              <pc:sldLayoutMk cId="3648211466" sldId="2147483713"/>
              <ac:spMk id="11" creationId="{1CA3F7EF-865D-8778-C744-48A4DE7CCF29}"/>
            </ac:spMkLst>
          </pc:spChg>
          <pc:spChg chg="mod">
            <ac:chgData name="Jayamy Diala Camacho Monteiro" userId="244d8470-8c86-486b-9a54-8921d9b16eff" providerId="ADAL" clId="{9C1D7844-ECFA-45A2-8F5B-086A969801E5}" dt="2026-04-15T23:02:00.348" v="77" actId="947"/>
            <ac:spMkLst>
              <pc:docMk/>
              <pc:sldMasterMk cId="1781309309" sldId="2147483705"/>
              <pc:sldLayoutMk cId="3648211466" sldId="2147483713"/>
              <ac:spMk id="12" creationId="{68996E0A-5C0A-5F3E-420E-33CF6F4FE4AC}"/>
            </ac:spMkLst>
          </pc:spChg>
          <pc:spChg chg="mod">
            <ac:chgData name="Jayamy Diala Camacho Monteiro" userId="244d8470-8c86-486b-9a54-8921d9b16eff" providerId="ADAL" clId="{9C1D7844-ECFA-45A2-8F5B-086A969801E5}" dt="2026-04-15T23:02:00.348" v="79" actId="947"/>
            <ac:spMkLst>
              <pc:docMk/>
              <pc:sldMasterMk cId="1781309309" sldId="2147483705"/>
              <pc:sldLayoutMk cId="3648211466" sldId="2147483713"/>
              <ac:spMk id="16" creationId="{1FDEA56D-449A-9631-E4E8-38186B87D10B}"/>
            </ac:spMkLst>
          </pc:spChg>
          <pc:spChg chg="mod">
            <ac:chgData name="Jayamy Diala Camacho Monteiro" userId="244d8470-8c86-486b-9a54-8921d9b16eff" providerId="ADAL" clId="{9C1D7844-ECFA-45A2-8F5B-086A969801E5}" dt="2026-04-15T23:02:00.363" v="81" actId="947"/>
            <ac:spMkLst>
              <pc:docMk/>
              <pc:sldMasterMk cId="1781309309" sldId="2147483705"/>
              <pc:sldLayoutMk cId="3648211466" sldId="2147483713"/>
              <ac:spMk id="17" creationId="{CC0452EC-9B02-D17D-51A6-A6C22942A459}"/>
            </ac:spMkLst>
          </pc:spChg>
          <pc:spChg chg="mod">
            <ac:chgData name="Jayamy Diala Camacho Monteiro" userId="244d8470-8c86-486b-9a54-8921d9b16eff" providerId="ADAL" clId="{9C1D7844-ECFA-45A2-8F5B-086A969801E5}" dt="2026-04-15T23:02:02.452" v="736" actId="299"/>
            <ac:spMkLst>
              <pc:docMk/>
              <pc:sldMasterMk cId="1781309309" sldId="2147483705"/>
              <pc:sldLayoutMk cId="3648211466" sldId="2147483713"/>
              <ac:spMk id="18" creationId="{93DA6647-64BF-A869-77C0-F2F932FB06E1}"/>
            </ac:spMkLst>
          </pc:spChg>
          <pc:spChg chg="mod">
            <ac:chgData name="Jayamy Diala Camacho Monteiro" userId="244d8470-8c86-486b-9a54-8921d9b16eff" providerId="ADAL" clId="{9C1D7844-ECFA-45A2-8F5B-086A969801E5}" dt="2026-04-15T23:02:00.363" v="85" actId="947"/>
            <ac:spMkLst>
              <pc:docMk/>
              <pc:sldMasterMk cId="1781309309" sldId="2147483705"/>
              <pc:sldLayoutMk cId="3648211466" sldId="2147483713"/>
              <ac:spMk id="25" creationId="{CB6CE76D-DEDC-C688-1EB0-4E82523F52B6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2.701" v="839"/>
            <ac:graphicFrameMkLst>
              <pc:docMk/>
              <pc:sldMasterMk cId="1781309309" sldId="2147483705"/>
              <pc:sldLayoutMk cId="3648211466" sldId="2147483713"/>
              <ac:graphicFrameMk id="4" creationId="{FD81B437-E072-49C8-C86C-3879EE789313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2.770" v="895"/>
          <pc:sldLayoutMkLst>
            <pc:docMk/>
            <pc:sldMasterMk cId="1781309309" sldId="2147483705"/>
            <pc:sldLayoutMk cId="275905699" sldId="2147483714"/>
          </pc:sldLayoutMkLst>
          <pc:spChg chg="mod">
            <ac:chgData name="Jayamy Diala Camacho Monteiro" userId="244d8470-8c86-486b-9a54-8921d9b16eff" providerId="ADAL" clId="{9C1D7844-ECFA-45A2-8F5B-086A969801E5}" dt="2026-04-15T23:02:00.533" v="149" actId="947"/>
            <ac:spMkLst>
              <pc:docMk/>
              <pc:sldMasterMk cId="1781309309" sldId="2147483705"/>
              <pc:sldLayoutMk cId="275905699" sldId="2147483714"/>
              <ac:spMk id="2" creationId="{EBA35D00-198E-5163-B540-5C4B9593D94B}"/>
            </ac:spMkLst>
          </pc:spChg>
          <pc:spChg chg="mod">
            <ac:chgData name="Jayamy Diala Camacho Monteiro" userId="244d8470-8c86-486b-9a54-8921d9b16eff" providerId="ADAL" clId="{9C1D7844-ECFA-45A2-8F5B-086A969801E5}" dt="2026-04-15T23:02:00.548" v="151" actId="947"/>
            <ac:spMkLst>
              <pc:docMk/>
              <pc:sldMasterMk cId="1781309309" sldId="2147483705"/>
              <pc:sldLayoutMk cId="275905699" sldId="2147483714"/>
              <ac:spMk id="3" creationId="{627D4B59-2139-1F16-A0AB-455A0973B4A9}"/>
            </ac:spMkLst>
          </pc:spChg>
          <pc:spChg chg="mod">
            <ac:chgData name="Jayamy Diala Camacho Monteiro" userId="244d8470-8c86-486b-9a54-8921d9b16eff" providerId="ADAL" clId="{9C1D7844-ECFA-45A2-8F5B-086A969801E5}" dt="2026-04-15T23:02:00.548" v="153" actId="947"/>
            <ac:spMkLst>
              <pc:docMk/>
              <pc:sldMasterMk cId="1781309309" sldId="2147483705"/>
              <pc:sldLayoutMk cId="275905699" sldId="2147483714"/>
              <ac:spMk id="6" creationId="{F2681AA0-9DAB-783A-A0A9-6FB89E3E2D0B}"/>
            </ac:spMkLst>
          </pc:spChg>
          <pc:spChg chg="mod">
            <ac:chgData name="Jayamy Diala Camacho Monteiro" userId="244d8470-8c86-486b-9a54-8921d9b16eff" providerId="ADAL" clId="{9C1D7844-ECFA-45A2-8F5B-086A969801E5}" dt="2026-04-15T23:02:02.483" v="748" actId="299"/>
            <ac:spMkLst>
              <pc:docMk/>
              <pc:sldMasterMk cId="1781309309" sldId="2147483705"/>
              <pc:sldLayoutMk cId="275905699" sldId="2147483714"/>
              <ac:spMk id="14" creationId="{59878785-D777-C37B-39AF-551E7B713959}"/>
            </ac:spMkLst>
          </pc:spChg>
          <pc:spChg chg="mod">
            <ac:chgData name="Jayamy Diala Camacho Monteiro" userId="244d8470-8c86-486b-9a54-8921d9b16eff" providerId="ADAL" clId="{9C1D7844-ECFA-45A2-8F5B-086A969801E5}" dt="2026-04-15T23:02:00.499" v="135" actId="947"/>
            <ac:spMkLst>
              <pc:docMk/>
              <pc:sldMasterMk cId="1781309309" sldId="2147483705"/>
              <pc:sldLayoutMk cId="275905699" sldId="2147483714"/>
              <ac:spMk id="18" creationId="{E85399B9-01FA-076E-52E3-FFB95BC755D3}"/>
            </ac:spMkLst>
          </pc:spChg>
          <pc:spChg chg="mod">
            <ac:chgData name="Jayamy Diala Camacho Monteiro" userId="244d8470-8c86-486b-9a54-8921d9b16eff" providerId="ADAL" clId="{9C1D7844-ECFA-45A2-8F5B-086A969801E5}" dt="2026-04-15T23:02:00.499" v="137" actId="947"/>
            <ac:spMkLst>
              <pc:docMk/>
              <pc:sldMasterMk cId="1781309309" sldId="2147483705"/>
              <pc:sldLayoutMk cId="275905699" sldId="2147483714"/>
              <ac:spMk id="19" creationId="{113B8ADD-B703-4146-70FB-EE09EC224A25}"/>
            </ac:spMkLst>
          </pc:spChg>
          <pc:spChg chg="mod">
            <ac:chgData name="Jayamy Diala Camacho Monteiro" userId="244d8470-8c86-486b-9a54-8921d9b16eff" providerId="ADAL" clId="{9C1D7844-ECFA-45A2-8F5B-086A969801E5}" dt="2026-04-15T23:02:00.514" v="139" actId="947"/>
            <ac:spMkLst>
              <pc:docMk/>
              <pc:sldMasterMk cId="1781309309" sldId="2147483705"/>
              <pc:sldLayoutMk cId="275905699" sldId="2147483714"/>
              <ac:spMk id="20" creationId="{CE1F4202-442C-EE81-3146-56066356B766}"/>
            </ac:spMkLst>
          </pc:spChg>
          <pc:spChg chg="mod">
            <ac:chgData name="Jayamy Diala Camacho Monteiro" userId="244d8470-8c86-486b-9a54-8921d9b16eff" providerId="ADAL" clId="{9C1D7844-ECFA-45A2-8F5B-086A969801E5}" dt="2026-04-15T23:02:00.514" v="141" actId="947"/>
            <ac:spMkLst>
              <pc:docMk/>
              <pc:sldMasterMk cId="1781309309" sldId="2147483705"/>
              <pc:sldLayoutMk cId="275905699" sldId="2147483714"/>
              <ac:spMk id="21" creationId="{D1B91034-CD63-2A52-3F5A-C2999EF226E8}"/>
            </ac:spMkLst>
          </pc:spChg>
          <pc:spChg chg="mod">
            <ac:chgData name="Jayamy Diala Camacho Monteiro" userId="244d8470-8c86-486b-9a54-8921d9b16eff" providerId="ADAL" clId="{9C1D7844-ECFA-45A2-8F5B-086A969801E5}" dt="2026-04-15T23:02:00.530" v="143" actId="947"/>
            <ac:spMkLst>
              <pc:docMk/>
              <pc:sldMasterMk cId="1781309309" sldId="2147483705"/>
              <pc:sldLayoutMk cId="275905699" sldId="2147483714"/>
              <ac:spMk id="22" creationId="{652007FD-0AD1-EEB9-49F1-8A321BF7776C}"/>
            </ac:spMkLst>
          </pc:spChg>
          <pc:spChg chg="mod">
            <ac:chgData name="Jayamy Diala Camacho Monteiro" userId="244d8470-8c86-486b-9a54-8921d9b16eff" providerId="ADAL" clId="{9C1D7844-ECFA-45A2-8F5B-086A969801E5}" dt="2026-04-15T23:02:00.533" v="145" actId="947"/>
            <ac:spMkLst>
              <pc:docMk/>
              <pc:sldMasterMk cId="1781309309" sldId="2147483705"/>
              <pc:sldLayoutMk cId="275905699" sldId="2147483714"/>
              <ac:spMk id="23" creationId="{C76F1B01-BB14-D819-9EAC-44355AA7965C}"/>
            </ac:spMkLst>
          </pc:spChg>
          <pc:spChg chg="mod">
            <ac:chgData name="Jayamy Diala Camacho Monteiro" userId="244d8470-8c86-486b-9a54-8921d9b16eff" providerId="ADAL" clId="{9C1D7844-ECFA-45A2-8F5B-086A969801E5}" dt="2026-04-15T23:02:00.533" v="147" actId="947"/>
            <ac:spMkLst>
              <pc:docMk/>
              <pc:sldMasterMk cId="1781309309" sldId="2147483705"/>
              <pc:sldLayoutMk cId="275905699" sldId="2147483714"/>
              <ac:spMk id="27" creationId="{E05B9514-AECC-9C70-7732-84A2207B3C29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2.770" v="895"/>
            <ac:graphicFrameMkLst>
              <pc:docMk/>
              <pc:sldMasterMk cId="1781309309" sldId="2147483705"/>
              <pc:sldLayoutMk cId="275905699" sldId="2147483714"/>
              <ac:graphicFrameMk id="4" creationId="{F3071621-EB61-2A17-83F3-DFE5BB5157CA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2.770" v="909"/>
          <pc:sldLayoutMkLst>
            <pc:docMk/>
            <pc:sldMasterMk cId="1781309309" sldId="2147483705"/>
            <pc:sldLayoutMk cId="3405524422" sldId="2147483715"/>
          </pc:sldLayoutMkLst>
          <pc:spChg chg="mod">
            <ac:chgData name="Jayamy Diala Camacho Monteiro" userId="244d8470-8c86-486b-9a54-8921d9b16eff" providerId="ADAL" clId="{9C1D7844-ECFA-45A2-8F5B-086A969801E5}" dt="2026-04-15T23:02:00.595" v="171" actId="947"/>
            <ac:spMkLst>
              <pc:docMk/>
              <pc:sldMasterMk cId="1781309309" sldId="2147483705"/>
              <pc:sldLayoutMk cId="3405524422" sldId="2147483715"/>
              <ac:spMk id="2" creationId="{B29F3E39-163A-EC93-1B1D-7B144D790935}"/>
            </ac:spMkLst>
          </pc:spChg>
          <pc:spChg chg="mod">
            <ac:chgData name="Jayamy Diala Camacho Monteiro" userId="244d8470-8c86-486b-9a54-8921d9b16eff" providerId="ADAL" clId="{9C1D7844-ECFA-45A2-8F5B-086A969801E5}" dt="2026-04-15T23:02:00.611" v="173" actId="947"/>
            <ac:spMkLst>
              <pc:docMk/>
              <pc:sldMasterMk cId="1781309309" sldId="2147483705"/>
              <pc:sldLayoutMk cId="3405524422" sldId="2147483715"/>
              <ac:spMk id="3" creationId="{7EF13DDA-A108-EBF8-E6AA-2C18CFA9C276}"/>
            </ac:spMkLst>
          </pc:spChg>
          <pc:spChg chg="mod">
            <ac:chgData name="Jayamy Diala Camacho Monteiro" userId="244d8470-8c86-486b-9a54-8921d9b16eff" providerId="ADAL" clId="{9C1D7844-ECFA-45A2-8F5B-086A969801E5}" dt="2026-04-15T23:02:02.499" v="751" actId="299"/>
            <ac:spMkLst>
              <pc:docMk/>
              <pc:sldMasterMk cId="1781309309" sldId="2147483705"/>
              <pc:sldLayoutMk cId="3405524422" sldId="2147483715"/>
              <ac:spMk id="5" creationId="{23FF730C-A113-F4CF-C6C3-A55860B15E53}"/>
            </ac:spMkLst>
          </pc:spChg>
          <pc:spChg chg="mod">
            <ac:chgData name="Jayamy Diala Camacho Monteiro" userId="244d8470-8c86-486b-9a54-8921d9b16eff" providerId="ADAL" clId="{9C1D7844-ECFA-45A2-8F5B-086A969801E5}" dt="2026-04-15T23:02:00.611" v="175" actId="947"/>
            <ac:spMkLst>
              <pc:docMk/>
              <pc:sldMasterMk cId="1781309309" sldId="2147483705"/>
              <pc:sldLayoutMk cId="3405524422" sldId="2147483715"/>
              <ac:spMk id="7" creationId="{7435ABC3-6093-E44A-EBA3-DF0976B7FD50}"/>
            </ac:spMkLst>
          </pc:spChg>
          <pc:spChg chg="mod">
            <ac:chgData name="Jayamy Diala Camacho Monteiro" userId="244d8470-8c86-486b-9a54-8921d9b16eff" providerId="ADAL" clId="{9C1D7844-ECFA-45A2-8F5B-086A969801E5}" dt="2026-04-15T23:02:00.564" v="157" actId="947"/>
            <ac:spMkLst>
              <pc:docMk/>
              <pc:sldMasterMk cId="1781309309" sldId="2147483705"/>
              <pc:sldLayoutMk cId="3405524422" sldId="2147483715"/>
              <ac:spMk id="17" creationId="{651A4BA7-C958-1B87-3A40-F1CAF1EB32EB}"/>
            </ac:spMkLst>
          </pc:spChg>
          <pc:spChg chg="mod">
            <ac:chgData name="Jayamy Diala Camacho Monteiro" userId="244d8470-8c86-486b-9a54-8921d9b16eff" providerId="ADAL" clId="{9C1D7844-ECFA-45A2-8F5B-086A969801E5}" dt="2026-04-15T23:02:00.564" v="159" actId="947"/>
            <ac:spMkLst>
              <pc:docMk/>
              <pc:sldMasterMk cId="1781309309" sldId="2147483705"/>
              <pc:sldLayoutMk cId="3405524422" sldId="2147483715"/>
              <ac:spMk id="18" creationId="{C781A257-11CF-1626-7DB1-37D6F4691C53}"/>
            </ac:spMkLst>
          </pc:spChg>
          <pc:spChg chg="mod">
            <ac:chgData name="Jayamy Diala Camacho Monteiro" userId="244d8470-8c86-486b-9a54-8921d9b16eff" providerId="ADAL" clId="{9C1D7844-ECFA-45A2-8F5B-086A969801E5}" dt="2026-04-15T23:02:00.579" v="161" actId="947"/>
            <ac:spMkLst>
              <pc:docMk/>
              <pc:sldMasterMk cId="1781309309" sldId="2147483705"/>
              <pc:sldLayoutMk cId="3405524422" sldId="2147483715"/>
              <ac:spMk id="19" creationId="{26F51421-1648-5E83-5D44-30A2D6AB33D4}"/>
            </ac:spMkLst>
          </pc:spChg>
          <pc:spChg chg="mod">
            <ac:chgData name="Jayamy Diala Camacho Monteiro" userId="244d8470-8c86-486b-9a54-8921d9b16eff" providerId="ADAL" clId="{9C1D7844-ECFA-45A2-8F5B-086A969801E5}" dt="2026-04-15T23:02:00.579" v="163" actId="947"/>
            <ac:spMkLst>
              <pc:docMk/>
              <pc:sldMasterMk cId="1781309309" sldId="2147483705"/>
              <pc:sldLayoutMk cId="3405524422" sldId="2147483715"/>
              <ac:spMk id="20" creationId="{5DE568BB-BE5B-5A44-E494-4C97AC43305D}"/>
            </ac:spMkLst>
          </pc:spChg>
          <pc:spChg chg="mod">
            <ac:chgData name="Jayamy Diala Camacho Monteiro" userId="244d8470-8c86-486b-9a54-8921d9b16eff" providerId="ADAL" clId="{9C1D7844-ECFA-45A2-8F5B-086A969801E5}" dt="2026-04-15T23:02:00.579" v="165" actId="947"/>
            <ac:spMkLst>
              <pc:docMk/>
              <pc:sldMasterMk cId="1781309309" sldId="2147483705"/>
              <pc:sldLayoutMk cId="3405524422" sldId="2147483715"/>
              <ac:spMk id="21" creationId="{74D3F413-0639-3D67-D41A-B8EF2350EDFA}"/>
            </ac:spMkLst>
          </pc:spChg>
          <pc:spChg chg="mod">
            <ac:chgData name="Jayamy Diala Camacho Monteiro" userId="244d8470-8c86-486b-9a54-8921d9b16eff" providerId="ADAL" clId="{9C1D7844-ECFA-45A2-8F5B-086A969801E5}" dt="2026-04-15T23:02:00.595" v="167" actId="947"/>
            <ac:spMkLst>
              <pc:docMk/>
              <pc:sldMasterMk cId="1781309309" sldId="2147483705"/>
              <pc:sldLayoutMk cId="3405524422" sldId="2147483715"/>
              <ac:spMk id="25" creationId="{89336A37-9946-3BE3-8E71-8DCFDB129635}"/>
            </ac:spMkLst>
          </pc:spChg>
          <pc:spChg chg="mod">
            <ac:chgData name="Jayamy Diala Camacho Monteiro" userId="244d8470-8c86-486b-9a54-8921d9b16eff" providerId="ADAL" clId="{9C1D7844-ECFA-45A2-8F5B-086A969801E5}" dt="2026-04-15T23:02:00.595" v="169" actId="947"/>
            <ac:spMkLst>
              <pc:docMk/>
              <pc:sldMasterMk cId="1781309309" sldId="2147483705"/>
              <pc:sldLayoutMk cId="3405524422" sldId="2147483715"/>
              <ac:spMk id="26" creationId="{E6EAD12E-EBA8-33A6-9CDA-D58528732426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2.770" v="909"/>
            <ac:graphicFrameMkLst>
              <pc:docMk/>
              <pc:sldMasterMk cId="1781309309" sldId="2147483705"/>
              <pc:sldLayoutMk cId="3405524422" sldId="2147483715"/>
              <ac:graphicFrameMk id="4" creationId="{6CB78DD1-AF3E-B461-DF26-81E7CB467EBF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2.786" v="923"/>
          <pc:sldLayoutMkLst>
            <pc:docMk/>
            <pc:sldMasterMk cId="1781309309" sldId="2147483705"/>
            <pc:sldLayoutMk cId="3404022157" sldId="2147483716"/>
          </pc:sldLayoutMkLst>
          <pc:spChg chg="mod">
            <ac:chgData name="Jayamy Diala Camacho Monteiro" userId="244d8470-8c86-486b-9a54-8921d9b16eff" providerId="ADAL" clId="{9C1D7844-ECFA-45A2-8F5B-086A969801E5}" dt="2026-04-15T23:02:00.680" v="199" actId="947"/>
            <ac:spMkLst>
              <pc:docMk/>
              <pc:sldMasterMk cId="1781309309" sldId="2147483705"/>
              <pc:sldLayoutMk cId="3404022157" sldId="2147483716"/>
              <ac:spMk id="2" creationId="{B65F44AA-5146-F9FA-72C4-007EE4989264}"/>
            </ac:spMkLst>
          </pc:spChg>
          <pc:spChg chg="mod">
            <ac:chgData name="Jayamy Diala Camacho Monteiro" userId="244d8470-8c86-486b-9a54-8921d9b16eff" providerId="ADAL" clId="{9C1D7844-ECFA-45A2-8F5B-086A969801E5}" dt="2026-04-15T23:02:00.680" v="201" actId="947"/>
            <ac:spMkLst>
              <pc:docMk/>
              <pc:sldMasterMk cId="1781309309" sldId="2147483705"/>
              <pc:sldLayoutMk cId="3404022157" sldId="2147483716"/>
              <ac:spMk id="3" creationId="{BD8F4283-9B8F-4C79-83D0-6420C2349477}"/>
            </ac:spMkLst>
          </pc:spChg>
          <pc:spChg chg="mod">
            <ac:chgData name="Jayamy Diala Camacho Monteiro" userId="244d8470-8c86-486b-9a54-8921d9b16eff" providerId="ADAL" clId="{9C1D7844-ECFA-45A2-8F5B-086A969801E5}" dt="2026-04-15T23:02:00.695" v="203" actId="947"/>
            <ac:spMkLst>
              <pc:docMk/>
              <pc:sldMasterMk cId="1781309309" sldId="2147483705"/>
              <pc:sldLayoutMk cId="3404022157" sldId="2147483716"/>
              <ac:spMk id="6" creationId="{4ED5A345-81F1-0C4F-E926-A5893780B3BF}"/>
            </ac:spMkLst>
          </pc:spChg>
          <pc:spChg chg="mod">
            <ac:chgData name="Jayamy Diala Camacho Monteiro" userId="244d8470-8c86-486b-9a54-8921d9b16eff" providerId="ADAL" clId="{9C1D7844-ECFA-45A2-8F5B-086A969801E5}" dt="2026-04-15T23:02:02.499" v="754" actId="299"/>
            <ac:spMkLst>
              <pc:docMk/>
              <pc:sldMasterMk cId="1781309309" sldId="2147483705"/>
              <pc:sldLayoutMk cId="3404022157" sldId="2147483716"/>
              <ac:spMk id="14" creationId="{1FF47CCE-C056-0BDA-6803-3090A156CC14}"/>
            </ac:spMkLst>
          </pc:spChg>
          <pc:spChg chg="mod">
            <ac:chgData name="Jayamy Diala Camacho Monteiro" userId="244d8470-8c86-486b-9a54-8921d9b16eff" providerId="ADAL" clId="{9C1D7844-ECFA-45A2-8F5B-086A969801E5}" dt="2026-04-15T23:02:00.626" v="179" actId="947"/>
            <ac:spMkLst>
              <pc:docMk/>
              <pc:sldMasterMk cId="1781309309" sldId="2147483705"/>
              <pc:sldLayoutMk cId="3404022157" sldId="2147483716"/>
              <ac:spMk id="20" creationId="{CA557EAE-A80D-04AD-B28D-B154895E36B3}"/>
            </ac:spMkLst>
          </pc:spChg>
          <pc:spChg chg="mod">
            <ac:chgData name="Jayamy Diala Camacho Monteiro" userId="244d8470-8c86-486b-9a54-8921d9b16eff" providerId="ADAL" clId="{9C1D7844-ECFA-45A2-8F5B-086A969801E5}" dt="2026-04-15T23:02:00.626" v="181" actId="947"/>
            <ac:spMkLst>
              <pc:docMk/>
              <pc:sldMasterMk cId="1781309309" sldId="2147483705"/>
              <pc:sldLayoutMk cId="3404022157" sldId="2147483716"/>
              <ac:spMk id="21" creationId="{CCD7C5D7-C85F-ADD7-446E-6CA03D66150F}"/>
            </ac:spMkLst>
          </pc:spChg>
          <pc:spChg chg="mod">
            <ac:chgData name="Jayamy Diala Camacho Monteiro" userId="244d8470-8c86-486b-9a54-8921d9b16eff" providerId="ADAL" clId="{9C1D7844-ECFA-45A2-8F5B-086A969801E5}" dt="2026-04-15T23:02:00.633" v="183" actId="947"/>
            <ac:spMkLst>
              <pc:docMk/>
              <pc:sldMasterMk cId="1781309309" sldId="2147483705"/>
              <pc:sldLayoutMk cId="3404022157" sldId="2147483716"/>
              <ac:spMk id="25" creationId="{292B6093-6509-55F6-49D3-12C22EECA604}"/>
            </ac:spMkLst>
          </pc:spChg>
          <pc:spChg chg="mod">
            <ac:chgData name="Jayamy Diala Camacho Monteiro" userId="244d8470-8c86-486b-9a54-8921d9b16eff" providerId="ADAL" clId="{9C1D7844-ECFA-45A2-8F5B-086A969801E5}" dt="2026-04-15T23:02:00.633" v="185" actId="947"/>
            <ac:spMkLst>
              <pc:docMk/>
              <pc:sldMasterMk cId="1781309309" sldId="2147483705"/>
              <pc:sldLayoutMk cId="3404022157" sldId="2147483716"/>
              <ac:spMk id="26" creationId="{34EDAA44-22B1-4139-FB74-2224367FFE98}"/>
            </ac:spMkLst>
          </pc:spChg>
          <pc:spChg chg="mod">
            <ac:chgData name="Jayamy Diala Camacho Monteiro" userId="244d8470-8c86-486b-9a54-8921d9b16eff" providerId="ADAL" clId="{9C1D7844-ECFA-45A2-8F5B-086A969801E5}" dt="2026-04-15T23:02:00.648" v="187" actId="947"/>
            <ac:spMkLst>
              <pc:docMk/>
              <pc:sldMasterMk cId="1781309309" sldId="2147483705"/>
              <pc:sldLayoutMk cId="3404022157" sldId="2147483716"/>
              <ac:spMk id="27" creationId="{E85F5C9B-D90F-F269-C90B-C03D4E7AC310}"/>
            </ac:spMkLst>
          </pc:spChg>
          <pc:spChg chg="mod">
            <ac:chgData name="Jayamy Diala Camacho Monteiro" userId="244d8470-8c86-486b-9a54-8921d9b16eff" providerId="ADAL" clId="{9C1D7844-ECFA-45A2-8F5B-086A969801E5}" dt="2026-04-15T23:02:00.648" v="189" actId="947"/>
            <ac:spMkLst>
              <pc:docMk/>
              <pc:sldMasterMk cId="1781309309" sldId="2147483705"/>
              <pc:sldLayoutMk cId="3404022157" sldId="2147483716"/>
              <ac:spMk id="28" creationId="{648B1213-6B9F-41C1-F690-82D0A837ECA2}"/>
            </ac:spMkLst>
          </pc:spChg>
          <pc:spChg chg="mod">
            <ac:chgData name="Jayamy Diala Camacho Monteiro" userId="244d8470-8c86-486b-9a54-8921d9b16eff" providerId="ADAL" clId="{9C1D7844-ECFA-45A2-8F5B-086A969801E5}" dt="2026-04-15T23:02:00.664" v="191" actId="947"/>
            <ac:spMkLst>
              <pc:docMk/>
              <pc:sldMasterMk cId="1781309309" sldId="2147483705"/>
              <pc:sldLayoutMk cId="3404022157" sldId="2147483716"/>
              <ac:spMk id="29" creationId="{DF89AB45-8BA7-89FB-133E-9D5474D0B332}"/>
            </ac:spMkLst>
          </pc:spChg>
          <pc:spChg chg="mod">
            <ac:chgData name="Jayamy Diala Camacho Monteiro" userId="244d8470-8c86-486b-9a54-8921d9b16eff" providerId="ADAL" clId="{9C1D7844-ECFA-45A2-8F5B-086A969801E5}" dt="2026-04-15T23:02:00.664" v="193" actId="947"/>
            <ac:spMkLst>
              <pc:docMk/>
              <pc:sldMasterMk cId="1781309309" sldId="2147483705"/>
              <pc:sldLayoutMk cId="3404022157" sldId="2147483716"/>
              <ac:spMk id="30" creationId="{B1852E31-14BD-09CD-71BD-BAE61A01025B}"/>
            </ac:spMkLst>
          </pc:spChg>
          <pc:spChg chg="mod">
            <ac:chgData name="Jayamy Diala Camacho Monteiro" userId="244d8470-8c86-486b-9a54-8921d9b16eff" providerId="ADAL" clId="{9C1D7844-ECFA-45A2-8F5B-086A969801E5}" dt="2026-04-15T23:02:00.680" v="195" actId="947"/>
            <ac:spMkLst>
              <pc:docMk/>
              <pc:sldMasterMk cId="1781309309" sldId="2147483705"/>
              <pc:sldLayoutMk cId="3404022157" sldId="2147483716"/>
              <ac:spMk id="31" creationId="{025B99E8-0802-0AED-B107-05ABAE8565F4}"/>
            </ac:spMkLst>
          </pc:spChg>
          <pc:spChg chg="mod">
            <ac:chgData name="Jayamy Diala Camacho Monteiro" userId="244d8470-8c86-486b-9a54-8921d9b16eff" providerId="ADAL" clId="{9C1D7844-ECFA-45A2-8F5B-086A969801E5}" dt="2026-04-15T23:02:00.680" v="197" actId="947"/>
            <ac:spMkLst>
              <pc:docMk/>
              <pc:sldMasterMk cId="1781309309" sldId="2147483705"/>
              <pc:sldLayoutMk cId="3404022157" sldId="2147483716"/>
              <ac:spMk id="32" creationId="{8BC83712-3C7F-1CDB-81F0-E2B5FB7DDC22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2.786" v="923"/>
            <ac:graphicFrameMkLst>
              <pc:docMk/>
              <pc:sldMasterMk cId="1781309309" sldId="2147483705"/>
              <pc:sldLayoutMk cId="3404022157" sldId="2147483716"/>
              <ac:graphicFrameMk id="4" creationId="{2D304FEF-91CA-DD00-A1AC-1BD0DFFEB632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2.855" v="979"/>
          <pc:sldLayoutMkLst>
            <pc:docMk/>
            <pc:sldMasterMk cId="1781309309" sldId="2147483705"/>
            <pc:sldLayoutMk cId="2830464591" sldId="2147483717"/>
          </pc:sldLayoutMkLst>
          <pc:spChg chg="mod">
            <ac:chgData name="Jayamy Diala Camacho Monteiro" userId="244d8470-8c86-486b-9a54-8921d9b16eff" providerId="ADAL" clId="{9C1D7844-ECFA-45A2-8F5B-086A969801E5}" dt="2026-04-15T23:02:00.949" v="281" actId="947"/>
            <ac:spMkLst>
              <pc:docMk/>
              <pc:sldMasterMk cId="1781309309" sldId="2147483705"/>
              <pc:sldLayoutMk cId="2830464591" sldId="2147483717"/>
              <ac:spMk id="2" creationId="{C51B1B6C-E499-E916-8500-A9C4B314DDBE}"/>
            </ac:spMkLst>
          </pc:spChg>
          <pc:spChg chg="mod">
            <ac:chgData name="Jayamy Diala Camacho Monteiro" userId="244d8470-8c86-486b-9a54-8921d9b16eff" providerId="ADAL" clId="{9C1D7844-ECFA-45A2-8F5B-086A969801E5}" dt="2026-04-15T23:02:02.539" v="766" actId="299"/>
            <ac:spMkLst>
              <pc:docMk/>
              <pc:sldMasterMk cId="1781309309" sldId="2147483705"/>
              <pc:sldLayoutMk cId="2830464591" sldId="2147483717"/>
              <ac:spMk id="3" creationId="{33AF6978-AAF4-0844-0CD9-E7628A3B0F59}"/>
            </ac:spMkLst>
          </pc:spChg>
          <pc:spChg chg="mod">
            <ac:chgData name="Jayamy Diala Camacho Monteiro" userId="244d8470-8c86-486b-9a54-8921d9b16eff" providerId="ADAL" clId="{9C1D7844-ECFA-45A2-8F5B-086A969801E5}" dt="2026-04-15T23:02:00.949" v="283" actId="947"/>
            <ac:spMkLst>
              <pc:docMk/>
              <pc:sldMasterMk cId="1781309309" sldId="2147483705"/>
              <pc:sldLayoutMk cId="2830464591" sldId="2147483717"/>
              <ac:spMk id="4" creationId="{D3DC5CEA-5731-B324-FEFD-ABCE49AF4FA3}"/>
            </ac:spMkLst>
          </pc:spChg>
          <pc:spChg chg="mod">
            <ac:chgData name="Jayamy Diala Camacho Monteiro" userId="244d8470-8c86-486b-9a54-8921d9b16eff" providerId="ADAL" clId="{9C1D7844-ECFA-45A2-8F5B-086A969801E5}" dt="2026-04-15T23:02:00.965" v="285" actId="947"/>
            <ac:spMkLst>
              <pc:docMk/>
              <pc:sldMasterMk cId="1781309309" sldId="2147483705"/>
              <pc:sldLayoutMk cId="2830464591" sldId="2147483717"/>
              <ac:spMk id="6" creationId="{9A1A2707-0507-CF26-3F21-FC49E2D26A0A}"/>
            </ac:spMkLst>
          </pc:spChg>
          <pc:spChg chg="mod">
            <ac:chgData name="Jayamy Diala Camacho Monteiro" userId="244d8470-8c86-486b-9a54-8921d9b16eff" providerId="ADAL" clId="{9C1D7844-ECFA-45A2-8F5B-086A969801E5}" dt="2026-04-15T23:02:00.934" v="275" actId="947"/>
            <ac:spMkLst>
              <pc:docMk/>
              <pc:sldMasterMk cId="1781309309" sldId="2147483705"/>
              <pc:sldLayoutMk cId="2830464591" sldId="2147483717"/>
              <ac:spMk id="9" creationId="{73DB6DBA-21C7-C6B0-0073-A161FB591A21}"/>
            </ac:spMkLst>
          </pc:spChg>
          <pc:spChg chg="mod">
            <ac:chgData name="Jayamy Diala Camacho Monteiro" userId="244d8470-8c86-486b-9a54-8921d9b16eff" providerId="ADAL" clId="{9C1D7844-ECFA-45A2-8F5B-086A969801E5}" dt="2026-04-15T23:02:00.934" v="277" actId="947"/>
            <ac:spMkLst>
              <pc:docMk/>
              <pc:sldMasterMk cId="1781309309" sldId="2147483705"/>
              <pc:sldLayoutMk cId="2830464591" sldId="2147483717"/>
              <ac:spMk id="11" creationId="{95914C47-7CB5-8D03-3647-B0306BBE957B}"/>
            </ac:spMkLst>
          </pc:spChg>
          <pc:spChg chg="mod">
            <ac:chgData name="Jayamy Diala Camacho Monteiro" userId="244d8470-8c86-486b-9a54-8921d9b16eff" providerId="ADAL" clId="{9C1D7844-ECFA-45A2-8F5B-086A969801E5}" dt="2026-04-15T23:02:00.949" v="279" actId="947"/>
            <ac:spMkLst>
              <pc:docMk/>
              <pc:sldMasterMk cId="1781309309" sldId="2147483705"/>
              <pc:sldLayoutMk cId="2830464591" sldId="2147483717"/>
              <ac:spMk id="12" creationId="{E5BA96A7-D12D-15F6-1EC9-2C85477A7965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2.855" v="979"/>
            <ac:graphicFrameMkLst>
              <pc:docMk/>
              <pc:sldMasterMk cId="1781309309" sldId="2147483705"/>
              <pc:sldLayoutMk cId="2830464591" sldId="2147483717"/>
              <ac:graphicFrameMk id="5" creationId="{29CE3A5A-15A8-A228-85DC-73F4AE034A73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2.886" v="1007"/>
          <pc:sldLayoutMkLst>
            <pc:docMk/>
            <pc:sldMasterMk cId="1781309309" sldId="2147483705"/>
            <pc:sldLayoutMk cId="2438096406" sldId="2147483718"/>
          </pc:sldLayoutMkLst>
          <pc:spChg chg="mod">
            <ac:chgData name="Jayamy Diala Camacho Monteiro" userId="244d8470-8c86-486b-9a54-8921d9b16eff" providerId="ADAL" clId="{9C1D7844-ECFA-45A2-8F5B-086A969801E5}" dt="2026-04-15T23:02:01.012" v="307" actId="947"/>
            <ac:spMkLst>
              <pc:docMk/>
              <pc:sldMasterMk cId="1781309309" sldId="2147483705"/>
              <pc:sldLayoutMk cId="2438096406" sldId="2147483718"/>
              <ac:spMk id="2" creationId="{A0928465-121E-BF77-76D8-2FD8C98DAAC3}"/>
            </ac:spMkLst>
          </pc:spChg>
          <pc:spChg chg="mod">
            <ac:chgData name="Jayamy Diala Camacho Monteiro" userId="244d8470-8c86-486b-9a54-8921d9b16eff" providerId="ADAL" clId="{9C1D7844-ECFA-45A2-8F5B-086A969801E5}" dt="2026-04-15T23:02:02.549" v="769" actId="299"/>
            <ac:spMkLst>
              <pc:docMk/>
              <pc:sldMasterMk cId="1781309309" sldId="2147483705"/>
              <pc:sldLayoutMk cId="2438096406" sldId="2147483718"/>
              <ac:spMk id="3" creationId="{4DB84C8D-F74E-F0EC-FEF3-B745A9D67025}"/>
            </ac:spMkLst>
          </pc:spChg>
          <pc:spChg chg="mod">
            <ac:chgData name="Jayamy Diala Camacho Monteiro" userId="244d8470-8c86-486b-9a54-8921d9b16eff" providerId="ADAL" clId="{9C1D7844-ECFA-45A2-8F5B-086A969801E5}" dt="2026-04-15T23:02:01.012" v="309" actId="947"/>
            <ac:spMkLst>
              <pc:docMk/>
              <pc:sldMasterMk cId="1781309309" sldId="2147483705"/>
              <pc:sldLayoutMk cId="2438096406" sldId="2147483718"/>
              <ac:spMk id="4" creationId="{DFD2AE3F-A336-75C1-699F-E1CC0AB77A19}"/>
            </ac:spMkLst>
          </pc:spChg>
          <pc:spChg chg="mod">
            <ac:chgData name="Jayamy Diala Camacho Monteiro" userId="244d8470-8c86-486b-9a54-8921d9b16eff" providerId="ADAL" clId="{9C1D7844-ECFA-45A2-8F5B-086A969801E5}" dt="2026-04-15T23:02:01.027" v="311" actId="947"/>
            <ac:spMkLst>
              <pc:docMk/>
              <pc:sldMasterMk cId="1781309309" sldId="2147483705"/>
              <pc:sldLayoutMk cId="2438096406" sldId="2147483718"/>
              <ac:spMk id="6" creationId="{FA4F36E5-18C8-BE1E-1452-28F09C867CED}"/>
            </ac:spMkLst>
          </pc:spChg>
          <pc:spChg chg="mod">
            <ac:chgData name="Jayamy Diala Camacho Monteiro" userId="244d8470-8c86-486b-9a54-8921d9b16eff" providerId="ADAL" clId="{9C1D7844-ECFA-45A2-8F5B-086A969801E5}" dt="2026-04-15T23:02:00.996" v="301" actId="947"/>
            <ac:spMkLst>
              <pc:docMk/>
              <pc:sldMasterMk cId="1781309309" sldId="2147483705"/>
              <pc:sldLayoutMk cId="2438096406" sldId="2147483718"/>
              <ac:spMk id="11" creationId="{505E4D3F-1813-C71F-D590-E9EC85EB4B0E}"/>
            </ac:spMkLst>
          </pc:spChg>
          <pc:spChg chg="mod">
            <ac:chgData name="Jayamy Diala Camacho Monteiro" userId="244d8470-8c86-486b-9a54-8921d9b16eff" providerId="ADAL" clId="{9C1D7844-ECFA-45A2-8F5B-086A969801E5}" dt="2026-04-15T23:02:00.996" v="303" actId="947"/>
            <ac:spMkLst>
              <pc:docMk/>
              <pc:sldMasterMk cId="1781309309" sldId="2147483705"/>
              <pc:sldLayoutMk cId="2438096406" sldId="2147483718"/>
              <ac:spMk id="12" creationId="{8900817B-AC15-EBB4-6D22-6F42DF98C4F8}"/>
            </ac:spMkLst>
          </pc:spChg>
          <pc:spChg chg="mod">
            <ac:chgData name="Jayamy Diala Camacho Monteiro" userId="244d8470-8c86-486b-9a54-8921d9b16eff" providerId="ADAL" clId="{9C1D7844-ECFA-45A2-8F5B-086A969801E5}" dt="2026-04-15T23:02:01.012" v="305" actId="947"/>
            <ac:spMkLst>
              <pc:docMk/>
              <pc:sldMasterMk cId="1781309309" sldId="2147483705"/>
              <pc:sldLayoutMk cId="2438096406" sldId="2147483718"/>
              <ac:spMk id="13" creationId="{E9F08EEE-2E15-50DA-BE6F-0D5242465881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2.886" v="1007"/>
            <ac:graphicFrameMkLst>
              <pc:docMk/>
              <pc:sldMasterMk cId="1781309309" sldId="2147483705"/>
              <pc:sldLayoutMk cId="2438096406" sldId="2147483718"/>
              <ac:graphicFrameMk id="5" creationId="{A37F13DD-B476-2CA5-6134-D447BD711852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3.002" v="1135"/>
          <pc:sldLayoutMkLst>
            <pc:docMk/>
            <pc:sldMasterMk cId="1781309309" sldId="2147483705"/>
            <pc:sldLayoutMk cId="3336198256" sldId="2147483719"/>
          </pc:sldLayoutMkLst>
          <pc:spChg chg="mod">
            <ac:chgData name="Jayamy Diala Camacho Monteiro" userId="244d8470-8c86-486b-9a54-8921d9b16eff" providerId="ADAL" clId="{9C1D7844-ECFA-45A2-8F5B-086A969801E5}" dt="2026-04-15T23:02:01.397" v="563" actId="947"/>
            <ac:spMkLst>
              <pc:docMk/>
              <pc:sldMasterMk cId="1781309309" sldId="2147483705"/>
              <pc:sldLayoutMk cId="3336198256" sldId="2147483719"/>
              <ac:spMk id="2" creationId="{31AD615E-2CDE-B7C9-FC86-B7532C9B95CC}"/>
            </ac:spMkLst>
          </pc:spChg>
          <pc:spChg chg="mod">
            <ac:chgData name="Jayamy Diala Camacho Monteiro" userId="244d8470-8c86-486b-9a54-8921d9b16eff" providerId="ADAL" clId="{9C1D7844-ECFA-45A2-8F5B-086A969801E5}" dt="2026-04-15T23:02:01.413" v="565" actId="947"/>
            <ac:spMkLst>
              <pc:docMk/>
              <pc:sldMasterMk cId="1781309309" sldId="2147483705"/>
              <pc:sldLayoutMk cId="3336198256" sldId="2147483719"/>
              <ac:spMk id="3" creationId="{4794BA91-A613-B17D-1BFC-7771C5038058}"/>
            </ac:spMkLst>
          </pc:spChg>
          <pc:spChg chg="mod">
            <ac:chgData name="Jayamy Diala Camacho Monteiro" userId="244d8470-8c86-486b-9a54-8921d9b16eff" providerId="ADAL" clId="{9C1D7844-ECFA-45A2-8F5B-086A969801E5}" dt="2026-04-15T23:02:01.413" v="567" actId="947"/>
            <ac:spMkLst>
              <pc:docMk/>
              <pc:sldMasterMk cId="1781309309" sldId="2147483705"/>
              <pc:sldLayoutMk cId="3336198256" sldId="2147483719"/>
              <ac:spMk id="5" creationId="{2E804D71-1913-15EF-0F50-5BF5815457BC}"/>
            </ac:spMkLst>
          </pc:spChg>
          <pc:spChg chg="mod">
            <ac:chgData name="Jayamy Diala Camacho Monteiro" userId="244d8470-8c86-486b-9a54-8921d9b16eff" providerId="ADAL" clId="{9C1D7844-ECFA-45A2-8F5B-086A969801E5}" dt="2026-04-15T23:02:02.590" v="775" actId="299"/>
            <ac:spMkLst>
              <pc:docMk/>
              <pc:sldMasterMk cId="1781309309" sldId="2147483705"/>
              <pc:sldLayoutMk cId="3336198256" sldId="2147483719"/>
              <ac:spMk id="8" creationId="{B344BD08-C63A-B884-6131-0A6582B89AB8}"/>
            </ac:spMkLst>
          </pc:spChg>
          <pc:spChg chg="mod">
            <ac:chgData name="Jayamy Diala Camacho Monteiro" userId="244d8470-8c86-486b-9a54-8921d9b16eff" providerId="ADAL" clId="{9C1D7844-ECFA-45A2-8F5B-086A969801E5}" dt="2026-04-15T23:02:01.382" v="557" actId="947"/>
            <ac:spMkLst>
              <pc:docMk/>
              <pc:sldMasterMk cId="1781309309" sldId="2147483705"/>
              <pc:sldLayoutMk cId="3336198256" sldId="2147483719"/>
              <ac:spMk id="9" creationId="{515E8B02-BCC0-D349-7D15-309BE72B6215}"/>
            </ac:spMkLst>
          </pc:spChg>
          <pc:spChg chg="mod">
            <ac:chgData name="Jayamy Diala Camacho Monteiro" userId="244d8470-8c86-486b-9a54-8921d9b16eff" providerId="ADAL" clId="{9C1D7844-ECFA-45A2-8F5B-086A969801E5}" dt="2026-04-15T23:02:01.397" v="559" actId="947"/>
            <ac:spMkLst>
              <pc:docMk/>
              <pc:sldMasterMk cId="1781309309" sldId="2147483705"/>
              <pc:sldLayoutMk cId="3336198256" sldId="2147483719"/>
              <ac:spMk id="11" creationId="{524A9EF6-850F-4D52-9A50-ECFA824EB25C}"/>
            </ac:spMkLst>
          </pc:spChg>
          <pc:spChg chg="mod">
            <ac:chgData name="Jayamy Diala Camacho Monteiro" userId="244d8470-8c86-486b-9a54-8921d9b16eff" providerId="ADAL" clId="{9C1D7844-ECFA-45A2-8F5B-086A969801E5}" dt="2026-04-15T23:02:01.397" v="561" actId="947"/>
            <ac:spMkLst>
              <pc:docMk/>
              <pc:sldMasterMk cId="1781309309" sldId="2147483705"/>
              <pc:sldLayoutMk cId="3336198256" sldId="2147483719"/>
              <ac:spMk id="13" creationId="{957F9434-8CB6-DC8E-A706-3F9461984FB8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3.002" v="1135"/>
            <ac:graphicFrameMkLst>
              <pc:docMk/>
              <pc:sldMasterMk cId="1781309309" sldId="2147483705"/>
              <pc:sldLayoutMk cId="3336198256" sldId="2147483719"/>
              <ac:graphicFrameMk id="4" creationId="{1A8AE5C5-4308-99E3-1C9E-227A7CD014E5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2.801" v="937"/>
          <pc:sldLayoutMkLst>
            <pc:docMk/>
            <pc:sldMasterMk cId="1781309309" sldId="2147483705"/>
            <pc:sldLayoutMk cId="3908639576" sldId="2147483720"/>
          </pc:sldLayoutMkLst>
          <pc:spChg chg="mod">
            <ac:chgData name="Jayamy Diala Camacho Monteiro" userId="244d8470-8c86-486b-9a54-8921d9b16eff" providerId="ADAL" clId="{9C1D7844-ECFA-45A2-8F5B-086A969801E5}" dt="2026-04-15T23:02:00.733" v="217" actId="947"/>
            <ac:spMkLst>
              <pc:docMk/>
              <pc:sldMasterMk cId="1781309309" sldId="2147483705"/>
              <pc:sldLayoutMk cId="3908639576" sldId="2147483720"/>
              <ac:spMk id="2" creationId="{0F883426-D5F7-ACC3-4D7D-B5D34222F6DC}"/>
            </ac:spMkLst>
          </pc:spChg>
          <pc:spChg chg="mod">
            <ac:chgData name="Jayamy Diala Camacho Monteiro" userId="244d8470-8c86-486b-9a54-8921d9b16eff" providerId="ADAL" clId="{9C1D7844-ECFA-45A2-8F5B-086A969801E5}" dt="2026-04-15T23:02:00.749" v="219" actId="947"/>
            <ac:spMkLst>
              <pc:docMk/>
              <pc:sldMasterMk cId="1781309309" sldId="2147483705"/>
              <pc:sldLayoutMk cId="3908639576" sldId="2147483720"/>
              <ac:spMk id="3" creationId="{9DDA8EC5-35C4-31CA-9DC7-9BFD705D28D0}"/>
            </ac:spMkLst>
          </pc:spChg>
          <pc:spChg chg="mod">
            <ac:chgData name="Jayamy Diala Camacho Monteiro" userId="244d8470-8c86-486b-9a54-8921d9b16eff" providerId="ADAL" clId="{9C1D7844-ECFA-45A2-8F5B-086A969801E5}" dt="2026-04-15T23:02:00.749" v="221" actId="947"/>
            <ac:spMkLst>
              <pc:docMk/>
              <pc:sldMasterMk cId="1781309309" sldId="2147483705"/>
              <pc:sldLayoutMk cId="3908639576" sldId="2147483720"/>
              <ac:spMk id="6" creationId="{0CA3B9B1-8997-5F2A-F4B5-20C2C2957D10}"/>
            </ac:spMkLst>
          </pc:spChg>
          <pc:spChg chg="mod">
            <ac:chgData name="Jayamy Diala Camacho Monteiro" userId="244d8470-8c86-486b-9a54-8921d9b16eff" providerId="ADAL" clId="{9C1D7844-ECFA-45A2-8F5B-086A969801E5}" dt="2026-04-15T23:02:02.515" v="757" actId="299"/>
            <ac:spMkLst>
              <pc:docMk/>
              <pc:sldMasterMk cId="1781309309" sldId="2147483705"/>
              <pc:sldLayoutMk cId="3908639576" sldId="2147483720"/>
              <ac:spMk id="10" creationId="{94A2331E-EC8F-1675-79F1-885932F711DC}"/>
            </ac:spMkLst>
          </pc:spChg>
          <pc:spChg chg="mod">
            <ac:chgData name="Jayamy Diala Camacho Monteiro" userId="244d8470-8c86-486b-9a54-8921d9b16eff" providerId="ADAL" clId="{9C1D7844-ECFA-45A2-8F5B-086A969801E5}" dt="2026-04-15T23:02:00.711" v="207" actId="947"/>
            <ac:spMkLst>
              <pc:docMk/>
              <pc:sldMasterMk cId="1781309309" sldId="2147483705"/>
              <pc:sldLayoutMk cId="3908639576" sldId="2147483720"/>
              <ac:spMk id="12" creationId="{8F1E1CBD-830E-69B9-B6A9-86B7E902AC02}"/>
            </ac:spMkLst>
          </pc:spChg>
          <pc:spChg chg="mod">
            <ac:chgData name="Jayamy Diala Camacho Monteiro" userId="244d8470-8c86-486b-9a54-8921d9b16eff" providerId="ADAL" clId="{9C1D7844-ECFA-45A2-8F5B-086A969801E5}" dt="2026-04-15T23:02:00.711" v="209" actId="947"/>
            <ac:spMkLst>
              <pc:docMk/>
              <pc:sldMasterMk cId="1781309309" sldId="2147483705"/>
              <pc:sldLayoutMk cId="3908639576" sldId="2147483720"/>
              <ac:spMk id="13" creationId="{AA546C27-4712-E739-66B1-857FFB7816CD}"/>
            </ac:spMkLst>
          </pc:spChg>
          <pc:spChg chg="mod">
            <ac:chgData name="Jayamy Diala Camacho Monteiro" userId="244d8470-8c86-486b-9a54-8921d9b16eff" providerId="ADAL" clId="{9C1D7844-ECFA-45A2-8F5B-086A969801E5}" dt="2026-04-15T23:02:00.727" v="211" actId="947"/>
            <ac:spMkLst>
              <pc:docMk/>
              <pc:sldMasterMk cId="1781309309" sldId="2147483705"/>
              <pc:sldLayoutMk cId="3908639576" sldId="2147483720"/>
              <ac:spMk id="14" creationId="{2E4E73F5-68F6-707A-FA09-7A546CA5051A}"/>
            </ac:spMkLst>
          </pc:spChg>
          <pc:spChg chg="mod">
            <ac:chgData name="Jayamy Diala Camacho Monteiro" userId="244d8470-8c86-486b-9a54-8921d9b16eff" providerId="ADAL" clId="{9C1D7844-ECFA-45A2-8F5B-086A969801E5}" dt="2026-04-15T23:02:00.733" v="213" actId="947"/>
            <ac:spMkLst>
              <pc:docMk/>
              <pc:sldMasterMk cId="1781309309" sldId="2147483705"/>
              <pc:sldLayoutMk cId="3908639576" sldId="2147483720"/>
              <ac:spMk id="15" creationId="{6C8CCB2B-A026-C060-315A-C1F59567C43B}"/>
            </ac:spMkLst>
          </pc:spChg>
          <pc:spChg chg="mod">
            <ac:chgData name="Jayamy Diala Camacho Monteiro" userId="244d8470-8c86-486b-9a54-8921d9b16eff" providerId="ADAL" clId="{9C1D7844-ECFA-45A2-8F5B-086A969801E5}" dt="2026-04-15T23:02:00.733" v="215" actId="947"/>
            <ac:spMkLst>
              <pc:docMk/>
              <pc:sldMasterMk cId="1781309309" sldId="2147483705"/>
              <pc:sldLayoutMk cId="3908639576" sldId="2147483720"/>
              <ac:spMk id="20" creationId="{460236DE-FBD4-A402-54C9-B10C6707E37D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2.801" v="937"/>
            <ac:graphicFrameMkLst>
              <pc:docMk/>
              <pc:sldMasterMk cId="1781309309" sldId="2147483705"/>
              <pc:sldLayoutMk cId="3908639576" sldId="2147483720"/>
              <ac:graphicFrameMk id="4" creationId="{5A0A908D-9536-124E-9CBF-DC49034E59AE}"/>
            </ac:graphicFrameMkLst>
          </pc:graphicFrameChg>
        </pc:sldLayoutChg>
        <pc:sldLayoutChg chg="addSp modSp mod">
          <pc:chgData name="Jayamy Diala Camacho Monteiro" userId="244d8470-8c86-486b-9a54-8921d9b16eff" providerId="ADAL" clId="{9C1D7844-ECFA-45A2-8F5B-086A969801E5}" dt="2026-04-15T23:02:02.817" v="951"/>
          <pc:sldLayoutMkLst>
            <pc:docMk/>
            <pc:sldMasterMk cId="1781309309" sldId="2147483705"/>
            <pc:sldLayoutMk cId="373971518" sldId="2147483721"/>
          </pc:sldLayoutMkLst>
          <pc:spChg chg="mod">
            <ac:chgData name="Jayamy Diala Camacho Monteiro" userId="244d8470-8c86-486b-9a54-8921d9b16eff" providerId="ADAL" clId="{9C1D7844-ECFA-45A2-8F5B-086A969801E5}" dt="2026-04-15T23:02:00.811" v="239" actId="947"/>
            <ac:spMkLst>
              <pc:docMk/>
              <pc:sldMasterMk cId="1781309309" sldId="2147483705"/>
              <pc:sldLayoutMk cId="373971518" sldId="2147483721"/>
              <ac:spMk id="2" creationId="{D71CFE83-8A7F-3155-270C-E05329CB5103}"/>
            </ac:spMkLst>
          </pc:spChg>
          <pc:spChg chg="mod">
            <ac:chgData name="Jayamy Diala Camacho Monteiro" userId="244d8470-8c86-486b-9a54-8921d9b16eff" providerId="ADAL" clId="{9C1D7844-ECFA-45A2-8F5B-086A969801E5}" dt="2026-04-15T23:02:02.515" v="760" actId="299"/>
            <ac:spMkLst>
              <pc:docMk/>
              <pc:sldMasterMk cId="1781309309" sldId="2147483705"/>
              <pc:sldLayoutMk cId="373971518" sldId="2147483721"/>
              <ac:spMk id="3" creationId="{FDAD7C83-CE72-B8F8-BA59-75ED5769FDCB}"/>
            </ac:spMkLst>
          </pc:spChg>
          <pc:spChg chg="mod">
            <ac:chgData name="Jayamy Diala Camacho Monteiro" userId="244d8470-8c86-486b-9a54-8921d9b16eff" providerId="ADAL" clId="{9C1D7844-ECFA-45A2-8F5B-086A969801E5}" dt="2026-04-15T23:02:00.827" v="241" actId="947"/>
            <ac:spMkLst>
              <pc:docMk/>
              <pc:sldMasterMk cId="1781309309" sldId="2147483705"/>
              <pc:sldLayoutMk cId="373971518" sldId="2147483721"/>
              <ac:spMk id="4" creationId="{314A4CDA-F785-CD01-5746-FEDF1384CE84}"/>
            </ac:spMkLst>
          </pc:spChg>
          <pc:spChg chg="mod">
            <ac:chgData name="Jayamy Diala Camacho Monteiro" userId="244d8470-8c86-486b-9a54-8921d9b16eff" providerId="ADAL" clId="{9C1D7844-ECFA-45A2-8F5B-086A969801E5}" dt="2026-04-15T23:02:00.833" v="243" actId="947"/>
            <ac:spMkLst>
              <pc:docMk/>
              <pc:sldMasterMk cId="1781309309" sldId="2147483705"/>
              <pc:sldLayoutMk cId="373971518" sldId="2147483721"/>
              <ac:spMk id="7" creationId="{AACE8880-C83B-DBAD-2A8D-B564E5BB7E38}"/>
            </ac:spMkLst>
          </pc:spChg>
          <pc:spChg chg="mod">
            <ac:chgData name="Jayamy Diala Camacho Monteiro" userId="244d8470-8c86-486b-9a54-8921d9b16eff" providerId="ADAL" clId="{9C1D7844-ECFA-45A2-8F5B-086A969801E5}" dt="2026-04-15T23:02:00.764" v="225" actId="947"/>
            <ac:spMkLst>
              <pc:docMk/>
              <pc:sldMasterMk cId="1781309309" sldId="2147483705"/>
              <pc:sldLayoutMk cId="373971518" sldId="2147483721"/>
              <ac:spMk id="13" creationId="{462CCFE7-88C5-5CCF-3937-664F2C24F964}"/>
            </ac:spMkLst>
          </pc:spChg>
          <pc:spChg chg="mod">
            <ac:chgData name="Jayamy Diala Camacho Monteiro" userId="244d8470-8c86-486b-9a54-8921d9b16eff" providerId="ADAL" clId="{9C1D7844-ECFA-45A2-8F5B-086A969801E5}" dt="2026-04-15T23:02:00.780" v="227" actId="947"/>
            <ac:spMkLst>
              <pc:docMk/>
              <pc:sldMasterMk cId="1781309309" sldId="2147483705"/>
              <pc:sldLayoutMk cId="373971518" sldId="2147483721"/>
              <ac:spMk id="14" creationId="{EE7BE420-0AC9-8A75-5C5A-0FF942181D9A}"/>
            </ac:spMkLst>
          </pc:spChg>
          <pc:spChg chg="mod">
            <ac:chgData name="Jayamy Diala Camacho Monteiro" userId="244d8470-8c86-486b-9a54-8921d9b16eff" providerId="ADAL" clId="{9C1D7844-ECFA-45A2-8F5B-086A969801E5}" dt="2026-04-15T23:02:00.780" v="229" actId="947"/>
            <ac:spMkLst>
              <pc:docMk/>
              <pc:sldMasterMk cId="1781309309" sldId="2147483705"/>
              <pc:sldLayoutMk cId="373971518" sldId="2147483721"/>
              <ac:spMk id="16" creationId="{53FACCFE-6280-F364-0063-3E857012138A}"/>
            </ac:spMkLst>
          </pc:spChg>
          <pc:spChg chg="mod">
            <ac:chgData name="Jayamy Diala Camacho Monteiro" userId="244d8470-8c86-486b-9a54-8921d9b16eff" providerId="ADAL" clId="{9C1D7844-ECFA-45A2-8F5B-086A969801E5}" dt="2026-04-15T23:02:00.796" v="231" actId="947"/>
            <ac:spMkLst>
              <pc:docMk/>
              <pc:sldMasterMk cId="1781309309" sldId="2147483705"/>
              <pc:sldLayoutMk cId="373971518" sldId="2147483721"/>
              <ac:spMk id="17" creationId="{40903E96-CD18-8260-C07D-5399B783C830}"/>
            </ac:spMkLst>
          </pc:spChg>
          <pc:spChg chg="mod">
            <ac:chgData name="Jayamy Diala Camacho Monteiro" userId="244d8470-8c86-486b-9a54-8921d9b16eff" providerId="ADAL" clId="{9C1D7844-ECFA-45A2-8F5B-086A969801E5}" dt="2026-04-15T23:02:00.796" v="233" actId="947"/>
            <ac:spMkLst>
              <pc:docMk/>
              <pc:sldMasterMk cId="1781309309" sldId="2147483705"/>
              <pc:sldLayoutMk cId="373971518" sldId="2147483721"/>
              <ac:spMk id="18" creationId="{9A0F06B4-F985-ED32-8242-1B816DDE091E}"/>
            </ac:spMkLst>
          </pc:spChg>
          <pc:spChg chg="mod">
            <ac:chgData name="Jayamy Diala Camacho Monteiro" userId="244d8470-8c86-486b-9a54-8921d9b16eff" providerId="ADAL" clId="{9C1D7844-ECFA-45A2-8F5B-086A969801E5}" dt="2026-04-15T23:02:00.811" v="235" actId="947"/>
            <ac:spMkLst>
              <pc:docMk/>
              <pc:sldMasterMk cId="1781309309" sldId="2147483705"/>
              <pc:sldLayoutMk cId="373971518" sldId="2147483721"/>
              <ac:spMk id="22" creationId="{844DA7F2-ADE4-15FE-1D28-5DB68D556AD9}"/>
            </ac:spMkLst>
          </pc:spChg>
          <pc:spChg chg="mod">
            <ac:chgData name="Jayamy Diala Camacho Monteiro" userId="244d8470-8c86-486b-9a54-8921d9b16eff" providerId="ADAL" clId="{9C1D7844-ECFA-45A2-8F5B-086A969801E5}" dt="2026-04-15T23:02:00.811" v="237" actId="947"/>
            <ac:spMkLst>
              <pc:docMk/>
              <pc:sldMasterMk cId="1781309309" sldId="2147483705"/>
              <pc:sldLayoutMk cId="373971518" sldId="2147483721"/>
              <ac:spMk id="23" creationId="{82D7B76D-7F7F-C527-FBBA-F5B3C2CEC8DD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2.817" v="951"/>
            <ac:graphicFrameMkLst>
              <pc:docMk/>
              <pc:sldMasterMk cId="1781309309" sldId="2147483705"/>
              <pc:sldLayoutMk cId="373971518" sldId="2147483721"/>
              <ac:graphicFrameMk id="5" creationId="{FFEEDD4D-F0C9-6991-74CF-B7886DC57993}"/>
            </ac:graphicFrameMkLst>
          </pc:graphicFrameChg>
        </pc:sldLayoutChg>
      </pc:sldMasterChg>
      <pc:sldMasterChg chg="modSp mod modSldLayout">
        <pc:chgData name="Jayamy Diala Camacho Monteiro" userId="244d8470-8c86-486b-9a54-8921d9b16eff" providerId="ADAL" clId="{9C1D7844-ECFA-45A2-8F5B-086A969801E5}" dt="2026-04-15T23:02:02.833" v="965"/>
        <pc:sldMasterMkLst>
          <pc:docMk/>
          <pc:sldMasterMk cId="3736905133" sldId="2147483730"/>
        </pc:sldMasterMkLst>
        <pc:spChg chg="mod">
          <ac:chgData name="Jayamy Diala Camacho Monteiro" userId="244d8470-8c86-486b-9a54-8921d9b16eff" providerId="ADAL" clId="{9C1D7844-ECFA-45A2-8F5B-086A969801E5}" dt="2026-04-15T23:02:02.436" v="727" actId="299"/>
          <ac:spMkLst>
            <pc:docMk/>
            <pc:sldMasterMk cId="3736905133" sldId="2147483730"/>
            <ac:spMk id="2" creationId="{2C14413C-F78B-9D1E-033C-E234D276CFEF}"/>
          </ac:spMkLst>
        </pc:spChg>
        <pc:spChg chg="mod">
          <ac:chgData name="Jayamy Diala Camacho Monteiro" userId="244d8470-8c86-486b-9a54-8921d9b16eff" providerId="ADAL" clId="{9C1D7844-ECFA-45A2-8F5B-086A969801E5}" dt="2026-04-15T23:02:00.210" v="33"/>
          <ac:spMkLst>
            <pc:docMk/>
            <pc:sldMasterMk cId="3736905133" sldId="2147483730"/>
            <ac:spMk id="4" creationId="{981119F3-CAE1-322F-584B-8307750045A6}"/>
          </ac:spMkLst>
        </pc:spChg>
        <pc:spChg chg="mod">
          <ac:chgData name="Jayamy Diala Camacho Monteiro" userId="244d8470-8c86-486b-9a54-8921d9b16eff" providerId="ADAL" clId="{9C1D7844-ECFA-45A2-8F5B-086A969801E5}" dt="2026-04-15T23:02:00.194" v="29" actId="947"/>
          <ac:spMkLst>
            <pc:docMk/>
            <pc:sldMasterMk cId="3736905133" sldId="2147483730"/>
            <ac:spMk id="17" creationId="{E5322406-4DDA-4E56-EB96-1F3348542D91}"/>
          </ac:spMkLst>
        </pc:spChg>
        <pc:spChg chg="mod">
          <ac:chgData name="Jayamy Diala Camacho Monteiro" userId="244d8470-8c86-486b-9a54-8921d9b16eff" providerId="ADAL" clId="{9C1D7844-ECFA-45A2-8F5B-086A969801E5}" dt="2026-04-15T23:02:00.210" v="31" actId="947"/>
          <ac:spMkLst>
            <pc:docMk/>
            <pc:sldMasterMk cId="3736905133" sldId="2147483730"/>
            <ac:spMk id="18" creationId="{EF787AC3-0FFB-4484-03AC-412D1E08D9B2}"/>
          </ac:spMkLst>
        </pc:spChg>
        <pc:graphicFrameChg chg="mod">
          <ac:chgData name="Jayamy Diala Camacho Monteiro" userId="244d8470-8c86-486b-9a54-8921d9b16eff" providerId="ADAL" clId="{9C1D7844-ECFA-45A2-8F5B-086A969801E5}" dt="2026-04-15T23:02:02.654" v="797"/>
          <ac:graphicFrameMkLst>
            <pc:docMk/>
            <pc:sldMasterMk cId="3736905133" sldId="2147483730"/>
            <ac:graphicFrameMk id="3" creationId="{3800E5F2-E340-DFAE-B472-9FE5B9147A57}"/>
          </ac:graphicFrameMkLst>
        </pc:graphicFrameChg>
        <pc:sldLayoutChg chg="addSp modSp mod">
          <pc:chgData name="Jayamy Diala Camacho Monteiro" userId="244d8470-8c86-486b-9a54-8921d9b16eff" providerId="ADAL" clId="{9C1D7844-ECFA-45A2-8F5B-086A969801E5}" dt="2026-04-15T23:02:02.833" v="965"/>
          <pc:sldLayoutMkLst>
            <pc:docMk/>
            <pc:sldMasterMk cId="3736905133" sldId="2147483730"/>
            <pc:sldLayoutMk cId="701460750" sldId="2147483731"/>
          </pc:sldLayoutMkLst>
          <pc:spChg chg="mod">
            <ac:chgData name="Jayamy Diala Camacho Monteiro" userId="244d8470-8c86-486b-9a54-8921d9b16eff" providerId="ADAL" clId="{9C1D7844-ECFA-45A2-8F5B-086A969801E5}" dt="2026-04-15T23:02:00.911" v="267" actId="947"/>
            <ac:spMkLst>
              <pc:docMk/>
              <pc:sldMasterMk cId="3736905133" sldId="2147483730"/>
              <pc:sldLayoutMk cId="701460750" sldId="2147483731"/>
              <ac:spMk id="2" creationId="{B65F44AA-5146-F9FA-72C4-007EE4989264}"/>
            </ac:spMkLst>
          </pc:spChg>
          <pc:spChg chg="mod">
            <ac:chgData name="Jayamy Diala Camacho Monteiro" userId="244d8470-8c86-486b-9a54-8921d9b16eff" providerId="ADAL" clId="{9C1D7844-ECFA-45A2-8F5B-086A969801E5}" dt="2026-04-15T23:02:00.911" v="269" actId="947"/>
            <ac:spMkLst>
              <pc:docMk/>
              <pc:sldMasterMk cId="3736905133" sldId="2147483730"/>
              <pc:sldLayoutMk cId="701460750" sldId="2147483731"/>
              <ac:spMk id="3" creationId="{BD8F4283-9B8F-4C79-83D0-6420C2349477}"/>
            </ac:spMkLst>
          </pc:spChg>
          <pc:spChg chg="mod">
            <ac:chgData name="Jayamy Diala Camacho Monteiro" userId="244d8470-8c86-486b-9a54-8921d9b16eff" providerId="ADAL" clId="{9C1D7844-ECFA-45A2-8F5B-086A969801E5}" dt="2026-04-15T23:02:00.911" v="271" actId="947"/>
            <ac:spMkLst>
              <pc:docMk/>
              <pc:sldMasterMk cId="3736905133" sldId="2147483730"/>
              <pc:sldLayoutMk cId="701460750" sldId="2147483731"/>
              <ac:spMk id="6" creationId="{4ED5A345-81F1-0C4F-E926-A5893780B3BF}"/>
            </ac:spMkLst>
          </pc:spChg>
          <pc:spChg chg="mod">
            <ac:chgData name="Jayamy Diala Camacho Monteiro" userId="244d8470-8c86-486b-9a54-8921d9b16eff" providerId="ADAL" clId="{9C1D7844-ECFA-45A2-8F5B-086A969801E5}" dt="2026-04-15T23:02:02.530" v="763" actId="299"/>
            <ac:spMkLst>
              <pc:docMk/>
              <pc:sldMasterMk cId="3736905133" sldId="2147483730"/>
              <pc:sldLayoutMk cId="701460750" sldId="2147483731"/>
              <ac:spMk id="14" creationId="{1FF47CCE-C056-0BDA-6803-3090A156CC14}"/>
            </ac:spMkLst>
          </pc:spChg>
          <pc:spChg chg="mod">
            <ac:chgData name="Jayamy Diala Camacho Monteiro" userId="244d8470-8c86-486b-9a54-8921d9b16eff" providerId="ADAL" clId="{9C1D7844-ECFA-45A2-8F5B-086A969801E5}" dt="2026-04-15T23:02:00.833" v="247" actId="947"/>
            <ac:spMkLst>
              <pc:docMk/>
              <pc:sldMasterMk cId="3736905133" sldId="2147483730"/>
              <pc:sldLayoutMk cId="701460750" sldId="2147483731"/>
              <ac:spMk id="20" creationId="{CA557EAE-A80D-04AD-B28D-B154895E36B3}"/>
            </ac:spMkLst>
          </pc:spChg>
          <pc:spChg chg="mod">
            <ac:chgData name="Jayamy Diala Camacho Monteiro" userId="244d8470-8c86-486b-9a54-8921d9b16eff" providerId="ADAL" clId="{9C1D7844-ECFA-45A2-8F5B-086A969801E5}" dt="2026-04-15T23:02:00.849" v="249" actId="947"/>
            <ac:spMkLst>
              <pc:docMk/>
              <pc:sldMasterMk cId="3736905133" sldId="2147483730"/>
              <pc:sldLayoutMk cId="701460750" sldId="2147483731"/>
              <ac:spMk id="21" creationId="{CCD7C5D7-C85F-ADD7-446E-6CA03D66150F}"/>
            </ac:spMkLst>
          </pc:spChg>
          <pc:spChg chg="mod">
            <ac:chgData name="Jayamy Diala Camacho Monteiro" userId="244d8470-8c86-486b-9a54-8921d9b16eff" providerId="ADAL" clId="{9C1D7844-ECFA-45A2-8F5B-086A969801E5}" dt="2026-04-15T23:02:00.849" v="251" actId="947"/>
            <ac:spMkLst>
              <pc:docMk/>
              <pc:sldMasterMk cId="3736905133" sldId="2147483730"/>
              <pc:sldLayoutMk cId="701460750" sldId="2147483731"/>
              <ac:spMk id="25" creationId="{292B6093-6509-55F6-49D3-12C22EECA604}"/>
            </ac:spMkLst>
          </pc:spChg>
          <pc:spChg chg="mod">
            <ac:chgData name="Jayamy Diala Camacho Monteiro" userId="244d8470-8c86-486b-9a54-8921d9b16eff" providerId="ADAL" clId="{9C1D7844-ECFA-45A2-8F5B-086A969801E5}" dt="2026-04-15T23:02:00.865" v="253" actId="947"/>
            <ac:spMkLst>
              <pc:docMk/>
              <pc:sldMasterMk cId="3736905133" sldId="2147483730"/>
              <pc:sldLayoutMk cId="701460750" sldId="2147483731"/>
              <ac:spMk id="26" creationId="{34EDAA44-22B1-4139-FB74-2224367FFE98}"/>
            </ac:spMkLst>
          </pc:spChg>
          <pc:spChg chg="mod">
            <ac:chgData name="Jayamy Diala Camacho Monteiro" userId="244d8470-8c86-486b-9a54-8921d9b16eff" providerId="ADAL" clId="{9C1D7844-ECFA-45A2-8F5B-086A969801E5}" dt="2026-04-15T23:02:00.865" v="255" actId="947"/>
            <ac:spMkLst>
              <pc:docMk/>
              <pc:sldMasterMk cId="3736905133" sldId="2147483730"/>
              <pc:sldLayoutMk cId="701460750" sldId="2147483731"/>
              <ac:spMk id="27" creationId="{E85F5C9B-D90F-F269-C90B-C03D4E7AC310}"/>
            </ac:spMkLst>
          </pc:spChg>
          <pc:spChg chg="mod">
            <ac:chgData name="Jayamy Diala Camacho Monteiro" userId="244d8470-8c86-486b-9a54-8921d9b16eff" providerId="ADAL" clId="{9C1D7844-ECFA-45A2-8F5B-086A969801E5}" dt="2026-04-15T23:02:00.865" v="257" actId="947"/>
            <ac:spMkLst>
              <pc:docMk/>
              <pc:sldMasterMk cId="3736905133" sldId="2147483730"/>
              <pc:sldLayoutMk cId="701460750" sldId="2147483731"/>
              <ac:spMk id="28" creationId="{648B1213-6B9F-41C1-F690-82D0A837ECA2}"/>
            </ac:spMkLst>
          </pc:spChg>
          <pc:spChg chg="mod">
            <ac:chgData name="Jayamy Diala Camacho Monteiro" userId="244d8470-8c86-486b-9a54-8921d9b16eff" providerId="ADAL" clId="{9C1D7844-ECFA-45A2-8F5B-086A969801E5}" dt="2026-04-15T23:02:00.880" v="259" actId="947"/>
            <ac:spMkLst>
              <pc:docMk/>
              <pc:sldMasterMk cId="3736905133" sldId="2147483730"/>
              <pc:sldLayoutMk cId="701460750" sldId="2147483731"/>
              <ac:spMk id="29" creationId="{DF89AB45-8BA7-89FB-133E-9D5474D0B332}"/>
            </ac:spMkLst>
          </pc:spChg>
          <pc:spChg chg="mod">
            <ac:chgData name="Jayamy Diala Camacho Monteiro" userId="244d8470-8c86-486b-9a54-8921d9b16eff" providerId="ADAL" clId="{9C1D7844-ECFA-45A2-8F5B-086A969801E5}" dt="2026-04-15T23:02:00.896" v="261" actId="947"/>
            <ac:spMkLst>
              <pc:docMk/>
              <pc:sldMasterMk cId="3736905133" sldId="2147483730"/>
              <pc:sldLayoutMk cId="701460750" sldId="2147483731"/>
              <ac:spMk id="30" creationId="{B1852E31-14BD-09CD-71BD-BAE61A01025B}"/>
            </ac:spMkLst>
          </pc:spChg>
          <pc:spChg chg="mod">
            <ac:chgData name="Jayamy Diala Camacho Monteiro" userId="244d8470-8c86-486b-9a54-8921d9b16eff" providerId="ADAL" clId="{9C1D7844-ECFA-45A2-8F5B-086A969801E5}" dt="2026-04-15T23:02:00.896" v="263" actId="947"/>
            <ac:spMkLst>
              <pc:docMk/>
              <pc:sldMasterMk cId="3736905133" sldId="2147483730"/>
              <pc:sldLayoutMk cId="701460750" sldId="2147483731"/>
              <ac:spMk id="31" creationId="{025B99E8-0802-0AED-B107-05ABAE8565F4}"/>
            </ac:spMkLst>
          </pc:spChg>
          <pc:spChg chg="mod">
            <ac:chgData name="Jayamy Diala Camacho Monteiro" userId="244d8470-8c86-486b-9a54-8921d9b16eff" providerId="ADAL" clId="{9C1D7844-ECFA-45A2-8F5B-086A969801E5}" dt="2026-04-15T23:02:00.896" v="265" actId="947"/>
            <ac:spMkLst>
              <pc:docMk/>
              <pc:sldMasterMk cId="3736905133" sldId="2147483730"/>
              <pc:sldLayoutMk cId="701460750" sldId="2147483731"/>
              <ac:spMk id="32" creationId="{8BC83712-3C7F-1CDB-81F0-E2B5FB7DDC22}"/>
            </ac:spMkLst>
          </pc:spChg>
          <pc:graphicFrameChg chg="add mod ord modVis">
            <ac:chgData name="Jayamy Diala Camacho Monteiro" userId="244d8470-8c86-486b-9a54-8921d9b16eff" providerId="ADAL" clId="{9C1D7844-ECFA-45A2-8F5B-086A969801E5}" dt="2026-04-15T23:02:02.833" v="965"/>
            <ac:graphicFrameMkLst>
              <pc:docMk/>
              <pc:sldMasterMk cId="3736905133" sldId="2147483730"/>
              <pc:sldLayoutMk cId="701460750" sldId="2147483731"/>
              <ac:graphicFrameMk id="4" creationId="{9062D292-A589-D23C-DAB0-AD9EB731E0DD}"/>
            </ac:graphicFrameMkLst>
          </pc:graphicFrame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51734\Downloads\PMC%20Credit%20Scoring%20Model%20v18%20%201%20(1).xlsm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51734\Downloads\PMC%20Credit%20Scoring%20Model%20v18%20%201%20(1).xlsm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51734\Downloads\PMC%20Credit%20Scoring%20Model%20v18%20%201%20(1).xlsm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51734\Downloads\PMC%20Credit%20Scoring%20Model%20v18%20%201%20(1).xlsm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51734\Downloads\PMC%20Credit%20Scoring%20Model%20v18%20%201%20(1).xlsm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51734\Downloads\PMC%20Credit%20Scoring%20Model_Hard%20Coded.xlsm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7714366038796746E-2"/>
          <c:y val="0.14204545454545456"/>
          <c:w val="0.89766657295473717"/>
          <c:h val="0.7386363636363636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67187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accent1"/>
                      </a:solidFill>
                      <a:latin typeface="Source Sans Pro" panose="020B0503030403020204" pitchFamily="34" charset="0"/>
                      <a:ea typeface="Source Sans Pro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E2F-4919-85D7-EF18CE779DDE}"/>
                </c:ext>
              </c:extLst>
            </c:dLbl>
            <c:dLbl>
              <c:idx val="1"/>
              <c:layout>
                <c:manualLayout>
                  <c:x val="0"/>
                  <c:y val="-0.3970170454545454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accent1"/>
                      </a:solidFill>
                      <a:latin typeface="Source Sans Pro" panose="020B0503030403020204" pitchFamily="34" charset="0"/>
                      <a:ea typeface="Source Sans Pro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E2F-4919-85D7-EF18CE779DDE}"/>
                </c:ext>
              </c:extLst>
            </c:dLbl>
            <c:dLbl>
              <c:idx val="2"/>
              <c:layout>
                <c:manualLayout>
                  <c:x val="0"/>
                  <c:y val="-0.3707386363636363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accent1"/>
                      </a:solidFill>
                      <a:latin typeface="Source Sans Pro" panose="020B0503030403020204" pitchFamily="34" charset="0"/>
                      <a:ea typeface="Source Sans Pro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E2F-4919-85D7-EF18CE779DDE}"/>
                </c:ext>
              </c:extLst>
            </c:dLbl>
            <c:dLbl>
              <c:idx val="3"/>
              <c:layout>
                <c:manualLayout>
                  <c:x val="0"/>
                  <c:y val="-0.3785511363636363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accent1"/>
                      </a:solidFill>
                      <a:latin typeface="Source Sans Pro" panose="020B0503030403020204" pitchFamily="34" charset="0"/>
                      <a:ea typeface="Source Sans Pro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1E2F-4919-85D7-EF18CE779DDE}"/>
                </c:ext>
              </c:extLst>
            </c:dLbl>
            <c:dLbl>
              <c:idx val="4"/>
              <c:layout>
                <c:manualLayout>
                  <c:x val="0"/>
                  <c:y val="-0.4090909090909091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accent1"/>
                      </a:solidFill>
                      <a:latin typeface="Source Sans Pro" panose="020B0503030403020204" pitchFamily="34" charset="0"/>
                      <a:ea typeface="Source Sans Pro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E2F-4919-85D7-EF18CE779DD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Source Sans Pro" panose="020B0503030403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133.6</c:v>
                </c:pt>
                <c:pt idx="1">
                  <c:v>136.80000000000001</c:v>
                </c:pt>
                <c:pt idx="2">
                  <c:v>134</c:v>
                </c:pt>
                <c:pt idx="3">
                  <c:v>134.80000000000001</c:v>
                </c:pt>
                <c:pt idx="4">
                  <c:v>138.19999999999999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E2F-4919-85D7-EF18CE779D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933284639"/>
        <c:axId val="1"/>
      </c:barChart>
      <c:catAx>
        <c:axId val="19332846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40"/>
          <c:min val="10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 kern="1200">
                <a:solidFill>
                  <a:schemeClr val="accent1"/>
                </a:solidFill>
                <a:latin typeface="Source Sans Pro"/>
                <a:ea typeface="Source Sans Pro"/>
                <a:cs typeface="+mn-cs"/>
              </a:defRPr>
            </a:pPr>
            <a:endParaRPr lang="en-US"/>
          </a:p>
        </c:txPr>
        <c:crossAx val="1933284639"/>
        <c:crosses val="min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6565096952908593E-2"/>
          <c:y val="0.1346389228886169"/>
          <c:w val="0.82686980609418281"/>
          <c:h val="0.73072215422276621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3175" cmpd="sng" algn="ctr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D69C-44D0-BD57-AD58BFE9608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69C-44D0-BD57-AD58BFE9608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D69C-44D0-BD57-AD58BFE96080}"/>
              </c:ext>
            </c:extLst>
          </c:dPt>
          <c:dLbls>
            <c:dLbl>
              <c:idx val="0"/>
              <c:layout>
                <c:manualLayout>
                  <c:x val="8.1717451523545703E-2"/>
                  <c:y val="8.5067319461444302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Source Sans Pro" panose="020B0503030403020204" pitchFamily="34" charset="0"/>
                      <a:ea typeface="Source Sans Pro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69C-44D0-BD57-AD58BFE96080}"/>
                </c:ext>
              </c:extLst>
            </c:dLbl>
            <c:dLbl>
              <c:idx val="1"/>
              <c:layout>
                <c:manualLayout>
                  <c:x val="-8.7950138504155131E-2"/>
                  <c:y val="-7.4663402692778463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accent1"/>
                      </a:solidFill>
                      <a:latin typeface="Source Sans Pro" panose="020B0503030403020204" pitchFamily="34" charset="0"/>
                      <a:ea typeface="Source Sans Pro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69C-44D0-BD57-AD58BFE9608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Source Sans Pro" panose="020B0503030403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77</c:v>
                </c:pt>
                <c:pt idx="1">
                  <c:v>21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69C-44D0-BD57-AD58BFE960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6565096952908593E-2"/>
          <c:y val="0.1346389228886169"/>
          <c:w val="0.82686980609418281"/>
          <c:h val="0.73072215422276621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EB3-4529-8D03-370CCDE2655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EB3-4529-8D03-370CCDE2655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AEB3-4529-8D03-370CCDE2655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EB3-4529-8D03-370CCDE26553}"/>
              </c:ext>
            </c:extLst>
          </c:dPt>
          <c:dLbls>
            <c:dLbl>
              <c:idx val="0"/>
              <c:layout>
                <c:manualLayout>
                  <c:x val="0.11911357340720222"/>
                  <c:y val="4.1003671970624232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Source Sans Pro" panose="020B0503030403020204" pitchFamily="34" charset="0"/>
                      <a:ea typeface="Source Sans Pro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EB3-4529-8D03-370CCDE26553}"/>
                </c:ext>
              </c:extLst>
            </c:dLbl>
            <c:dLbl>
              <c:idx val="1"/>
              <c:layout>
                <c:manualLayout>
                  <c:x val="-0.12188365650969529"/>
                  <c:y val="3.7943696450428395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accent1"/>
                      </a:solidFill>
                      <a:latin typeface="Source Sans Pro" panose="020B0503030403020204" pitchFamily="34" charset="0"/>
                      <a:ea typeface="Source Sans Pro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EB3-4529-8D03-370CCDE26553}"/>
                </c:ext>
              </c:extLst>
            </c:dLbl>
            <c:dLbl>
              <c:idx val="2"/>
              <c:layout>
                <c:manualLayout>
                  <c:x val="-0.11980609418282548"/>
                  <c:y val="-5.9363525091799263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Source Sans Pro" panose="020B0503030403020204" pitchFamily="34" charset="0"/>
                      <a:ea typeface="Source Sans Pro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AEB3-4529-8D03-370CCDE26553}"/>
                </c:ext>
              </c:extLst>
            </c:dLbl>
            <c:dLbl>
              <c:idx val="3"/>
              <c:layout>
                <c:manualLayout>
                  <c:x val="-4.8476454293628811E-2"/>
                  <c:y val="-0.10587515299877601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Source Sans Pro" panose="020B0503030403020204" pitchFamily="34" charset="0"/>
                      <a:ea typeface="Source Sans Pro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AEB3-4529-8D03-370CCDE265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Source Sans Pro" panose="020B0503030403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Sheet1!$A$1:$A$4</c:f>
              <c:numCache>
                <c:formatCode>#\ ##0"%";"-"#\ ##0"%"</c:formatCode>
                <c:ptCount val="4"/>
                <c:pt idx="0">
                  <c:v>61</c:v>
                </c:pt>
                <c:pt idx="1">
                  <c:v>18</c:v>
                </c:pt>
                <c:pt idx="2">
                  <c:v>9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EB3-4529-8D03-370CCDE265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Player</c:v>
                </c:pt>
              </c:strCache>
            </c:strRef>
          </c:tx>
          <c:dPt>
            <c:idx val="0"/>
            <c:bubble3D val="0"/>
            <c:explosion val="4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B3B7-4892-91C4-6155101E3E83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B3B7-4892-91C4-6155101E3E83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B3B7-4892-91C4-6155101E3E83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2C95-4876-8907-B29C93C701C4}"/>
              </c:ext>
            </c:extLst>
          </c:dPt>
          <c:dPt>
            <c:idx val="4"/>
            <c:bubble3D val="0"/>
            <c:spPr>
              <a:solidFill>
                <a:srgbClr val="F1F3F7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B3B7-4892-91C4-6155101E3E83}"/>
              </c:ext>
            </c:extLst>
          </c:dPt>
          <c:dPt>
            <c:idx val="5"/>
            <c:bubble3D val="0"/>
            <c:spPr>
              <a:solidFill>
                <a:srgbClr val="848F99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B3B7-4892-91C4-6155101E3E83}"/>
              </c:ext>
            </c:extLst>
          </c:dPt>
          <c:dLbls>
            <c:dLbl>
              <c:idx val="0"/>
              <c:layout>
                <c:manualLayout>
                  <c:x val="-1.6223278012998216E-3"/>
                  <c:y val="1.1367729242590306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3B7-4892-91C4-6155101E3E83}"/>
                </c:ext>
              </c:extLst>
            </c:dLbl>
            <c:dLbl>
              <c:idx val="1"/>
              <c:layout>
                <c:manualLayout>
                  <c:x val="2.9360676156915139E-2"/>
                  <c:y val="1.1619786038958106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3B7-4892-91C4-6155101E3E83}"/>
                </c:ext>
              </c:extLst>
            </c:dLbl>
            <c:dLbl>
              <c:idx val="2"/>
              <c:layout>
                <c:manualLayout>
                  <c:x val="9.3427202154216151E-3"/>
                  <c:y val="-3.6175475422364945E-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3B7-4892-91C4-6155101E3E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1"/>
                    </a:solidFill>
                    <a:latin typeface="Source Sans Pro" panose="020B0503030403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Verizon</c:v>
                </c:pt>
                <c:pt idx="1">
                  <c:v>AT&amp;T</c:v>
                </c:pt>
                <c:pt idx="2">
                  <c:v>T-Mobile</c:v>
                </c:pt>
                <c:pt idx="3">
                  <c:v>Rogers</c:v>
                </c:pt>
                <c:pt idx="4">
                  <c:v>Telus</c:v>
                </c:pt>
                <c:pt idx="5">
                  <c:v>BCE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42.2</c:v>
                </c:pt>
                <c:pt idx="1">
                  <c:v>25.2</c:v>
                </c:pt>
                <c:pt idx="2">
                  <c:v>26.7</c:v>
                </c:pt>
                <c:pt idx="3">
                  <c:v>2.2000000000000002</c:v>
                </c:pt>
                <c:pt idx="4">
                  <c:v>1.9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B7-4892-91C4-6155101E3E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1878410081493147"/>
          <c:y val="0.17459306220929557"/>
          <c:w val="0.16544183022257791"/>
          <c:h val="0.6918013443889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8721745620790502E-2"/>
          <c:y val="5.7052518635164653E-2"/>
          <c:w val="0.91894223181582346"/>
          <c:h val="0.774780349859636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D8D-4F72-BAC6-0AEE2E8BF25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D8D-4F72-BAC6-0AEE2E8BF25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D8D-4F72-BAC6-0AEE2E8BF25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D8D-4F72-BAC6-0AEE2E8BF25E}"/>
              </c:ext>
            </c:extLst>
          </c:dPt>
          <c:cat>
            <c:numRef>
              <c:f>Sheet1!$A$2:$A$10</c:f>
              <c:numCache>
                <c:formatCode>General</c:formatCode>
                <c:ptCount val="9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  <c:pt idx="7">
                  <c:v>2028</c:v>
                </c:pt>
                <c:pt idx="8">
                  <c:v>2029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323.60000000000002</c:v>
                </c:pt>
                <c:pt idx="1">
                  <c:v>328.5</c:v>
                </c:pt>
                <c:pt idx="2">
                  <c:v>332.40000000000003</c:v>
                </c:pt>
                <c:pt idx="3">
                  <c:v>337</c:v>
                </c:pt>
                <c:pt idx="4">
                  <c:v>341.8</c:v>
                </c:pt>
                <c:pt idx="5">
                  <c:v>346.6</c:v>
                </c:pt>
                <c:pt idx="6">
                  <c:v>351.7</c:v>
                </c:pt>
                <c:pt idx="7">
                  <c:v>356.59999999999997</c:v>
                </c:pt>
                <c:pt idx="8">
                  <c:v>361.4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E8-AD4D-B992-FBE51542E5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15123504"/>
        <c:axId val="1415204368"/>
      </c:barChart>
      <c:dateAx>
        <c:axId val="141512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PT"/>
          </a:p>
        </c:txPr>
        <c:crossAx val="1415204368"/>
        <c:crosses val="autoZero"/>
        <c:auto val="0"/>
        <c:lblOffset val="100"/>
        <c:baseTimeUnit val="days"/>
      </c:dateAx>
      <c:valAx>
        <c:axId val="1415204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PT"/>
          </a:p>
        </c:txPr>
        <c:crossAx val="141512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64486975013291E-2"/>
          <c:y val="0.12009803921568628"/>
          <c:w val="0.94471026049973417"/>
          <c:h val="0.75980392156862742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CF4-4122-9295-E86E3982CFD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CF4-4122-9295-E86E3982CFD3}"/>
              </c:ext>
            </c:extLst>
          </c:dPt>
          <c:dLbls>
            <c:dLbl>
              <c:idx val="0"/>
              <c:layout>
                <c:manualLayout>
                  <c:x val="0.14035087719298245"/>
                  <c:y val="-2.4509803921568627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1" kern="1200">
                      <a:solidFill>
                        <a:schemeClr val="bg1"/>
                      </a:solidFill>
                      <a:latin typeface="Source Sans Pro"/>
                      <a:ea typeface="Source Sans Pro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CF4-4122-9295-E86E3982CFD3}"/>
                </c:ext>
              </c:extLst>
            </c:dLbl>
            <c:dLbl>
              <c:idx val="1"/>
              <c:layout>
                <c:manualLayout>
                  <c:x val="-0.14035087719298245"/>
                  <c:y val="9.3137254901960783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b="1" kern="1200">
                      <a:solidFill>
                        <a:schemeClr val="accent1"/>
                      </a:solidFill>
                      <a:latin typeface="Source Sans Pro"/>
                      <a:ea typeface="Source Sans Pro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CF4-4122-9295-E86E3982CF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48.601506711588954</c:v>
                </c:pt>
                <c:pt idx="1">
                  <c:v>51.398493288411053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F4-4122-9295-E86E3982CF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Results!$C$6:$H$6</c:f>
              <c:strCache>
                <c:ptCount val="6"/>
                <c:pt idx="0">
                  <c:v>Verizon Communications Inc</c:v>
                </c:pt>
                <c:pt idx="1">
                  <c:v>T-Mobile US Inc</c:v>
                </c:pt>
                <c:pt idx="2">
                  <c:v>AT&amp;T Inc</c:v>
                </c:pt>
                <c:pt idx="3">
                  <c:v>Rogers Communications Inc</c:v>
                </c:pt>
                <c:pt idx="4">
                  <c:v>TELUS Corp</c:v>
                </c:pt>
                <c:pt idx="5">
                  <c:v>BCE Inc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9E7-4B12-8E56-46498DC41140}"/>
              </c:ext>
            </c:extLst>
          </c:dPt>
          <c:cat>
            <c:strRef>
              <c:f>Results!$C$6:$H$6</c:f>
              <c:strCache>
                <c:ptCount val="6"/>
                <c:pt idx="0">
                  <c:v>Verizon Communications Inc</c:v>
                </c:pt>
                <c:pt idx="1">
                  <c:v>T-Mobile US Inc</c:v>
                </c:pt>
                <c:pt idx="2">
                  <c:v>AT&amp;T Inc</c:v>
                </c:pt>
                <c:pt idx="3">
                  <c:v>Rogers Communications Inc</c:v>
                </c:pt>
                <c:pt idx="4">
                  <c:v>TELUS Corp</c:v>
                </c:pt>
                <c:pt idx="5">
                  <c:v>BCE Inc</c:v>
                </c:pt>
              </c:strCache>
            </c:strRef>
          </c:cat>
          <c:val>
            <c:numRef>
              <c:f>Results!$C$7:$H$7</c:f>
              <c:numCache>
                <c:formatCode>0.00</c:formatCode>
                <c:ptCount val="6"/>
                <c:pt idx="0">
                  <c:v>100</c:v>
                </c:pt>
                <c:pt idx="1">
                  <c:v>64.122339430947108</c:v>
                </c:pt>
                <c:pt idx="2">
                  <c:v>85.143024731993279</c:v>
                </c:pt>
                <c:pt idx="3">
                  <c:v>24.355462764703539</c:v>
                </c:pt>
                <c:pt idx="4">
                  <c:v>84.930437629533174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E7-4B12-8E56-46498DC411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26910368"/>
        <c:axId val="826916848"/>
      </c:barChart>
      <c:scatterChart>
        <c:scatterStyle val="lineMarker"/>
        <c:varyColors val="0"/>
        <c:ser>
          <c:idx val="1"/>
          <c:order val="1"/>
          <c:tx>
            <c:v>Median</c:v>
          </c:tx>
          <c:spPr>
            <a:ln w="28575" cap="rnd">
              <a:solidFill>
                <a:srgbClr val="C00000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xVal>
            <c:numRef>
              <c:f>'Calculations Issuer'!$CT$21:$CT$22</c:f>
              <c:numCache>
                <c:formatCode>General</c:formatCode>
                <c:ptCount val="2"/>
                <c:pt idx="0">
                  <c:v>74.526388530240141</c:v>
                </c:pt>
                <c:pt idx="1">
                  <c:v>74.526388530240141</c:v>
                </c:pt>
              </c:numCache>
            </c:numRef>
          </c:xVal>
          <c:yVal>
            <c:numRef>
              <c:f>'Calculations Issuer'!$CU$21:$CU$22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9E7-4B12-8E56-46498DC41140}"/>
            </c:ext>
          </c:extLst>
        </c:ser>
        <c:ser>
          <c:idx val="2"/>
          <c:order val="2"/>
          <c:tx>
            <c:v>Mean</c:v>
          </c:tx>
          <c:spPr>
            <a:ln w="28575" cap="rnd">
              <a:solidFill>
                <a:srgbClr val="CC6B00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4-09E7-4B12-8E56-46498DC41140}"/>
              </c:ext>
            </c:extLst>
          </c:dPt>
          <c:xVal>
            <c:numRef>
              <c:f>'Calculations Issuer'!$CT$11:$CT$12</c:f>
              <c:numCache>
                <c:formatCode>General</c:formatCode>
                <c:ptCount val="2"/>
                <c:pt idx="0">
                  <c:v>59.841877426196184</c:v>
                </c:pt>
                <c:pt idx="1">
                  <c:v>59.841877426196184</c:v>
                </c:pt>
              </c:numCache>
            </c:numRef>
          </c:xVal>
          <c:yVal>
            <c:numRef>
              <c:f>'Calculations Issuer'!$CU$11:$CU$12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09E7-4B12-8E56-46498DC411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4325008"/>
        <c:axId val="834328608"/>
      </c:scatterChart>
      <c:catAx>
        <c:axId val="826910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US"/>
          </a:p>
        </c:txPr>
        <c:crossAx val="826916848"/>
        <c:crosses val="autoZero"/>
        <c:auto val="1"/>
        <c:lblAlgn val="ctr"/>
        <c:lblOffset val="100"/>
        <c:noMultiLvlLbl val="0"/>
      </c:catAx>
      <c:valAx>
        <c:axId val="8269168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US"/>
          </a:p>
        </c:txPr>
        <c:crossAx val="826910368"/>
        <c:crosses val="autoZero"/>
        <c:crossBetween val="between"/>
      </c:valAx>
      <c:valAx>
        <c:axId val="834328608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834325008"/>
        <c:crosses val="max"/>
        <c:crossBetween val="midCat"/>
      </c:valAx>
      <c:valAx>
        <c:axId val="8343250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34328608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legend>
      <c:legendPos val="r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Source Sans Pro" panose="020B0503030403020204" pitchFamily="34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Results!$C$6:$H$6</c:f>
              <c:strCache>
                <c:ptCount val="6"/>
                <c:pt idx="0">
                  <c:v>Verizon Communications Inc</c:v>
                </c:pt>
                <c:pt idx="1">
                  <c:v>T-Mobile US Inc</c:v>
                </c:pt>
                <c:pt idx="2">
                  <c:v>AT&amp;T Inc</c:v>
                </c:pt>
                <c:pt idx="3">
                  <c:v>Rogers Communications Inc</c:v>
                </c:pt>
                <c:pt idx="4">
                  <c:v>TELUS Corp</c:v>
                </c:pt>
                <c:pt idx="5">
                  <c:v>BCE Inc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C21-4F03-8A3E-10BD60E4A5A6}"/>
              </c:ext>
            </c:extLst>
          </c:dPt>
          <c:cat>
            <c:strRef>
              <c:f>Results!$C$6:$H$6</c:f>
              <c:strCache>
                <c:ptCount val="6"/>
                <c:pt idx="0">
                  <c:v>Verizon Communications Inc</c:v>
                </c:pt>
                <c:pt idx="1">
                  <c:v>T-Mobile US Inc</c:v>
                </c:pt>
                <c:pt idx="2">
                  <c:v>AT&amp;T Inc</c:v>
                </c:pt>
                <c:pt idx="3">
                  <c:v>Rogers Communications Inc</c:v>
                </c:pt>
                <c:pt idx="4">
                  <c:v>TELUS Corp</c:v>
                </c:pt>
                <c:pt idx="5">
                  <c:v>BCE Inc</c:v>
                </c:pt>
              </c:strCache>
            </c:strRef>
          </c:cat>
          <c:val>
            <c:numRef>
              <c:f>Results!$C$8:$H$8</c:f>
              <c:numCache>
                <c:formatCode>0.00</c:formatCode>
                <c:ptCount val="6"/>
                <c:pt idx="0">
                  <c:v>90.375806017649211</c:v>
                </c:pt>
                <c:pt idx="1">
                  <c:v>94.741464853027651</c:v>
                </c:pt>
                <c:pt idx="2">
                  <c:v>100</c:v>
                </c:pt>
                <c:pt idx="3">
                  <c:v>23.852031331769989</c:v>
                </c:pt>
                <c:pt idx="4">
                  <c:v>0.5</c:v>
                </c:pt>
                <c:pt idx="5">
                  <c:v>66.986535259988401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21-4F03-8A3E-10BD60E4A5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26910368"/>
        <c:axId val="826916848"/>
      </c:barChart>
      <c:scatterChart>
        <c:scatterStyle val="lineMarker"/>
        <c:varyColors val="0"/>
        <c:ser>
          <c:idx val="1"/>
          <c:order val="1"/>
          <c:tx>
            <c:v>Median</c:v>
          </c:tx>
          <c:spPr>
            <a:ln w="28575" cap="rnd">
              <a:solidFill>
                <a:srgbClr val="C00000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xVal>
            <c:numRef>
              <c:f>'Calculations Issuer'!$CW$21:$CW$22</c:f>
              <c:numCache>
                <c:formatCode>General</c:formatCode>
                <c:ptCount val="2"/>
                <c:pt idx="0">
                  <c:v>78.681170638818799</c:v>
                </c:pt>
                <c:pt idx="1">
                  <c:v>78.681170638818799</c:v>
                </c:pt>
              </c:numCache>
            </c:numRef>
          </c:xVal>
          <c:yVal>
            <c:numRef>
              <c:f>'Calculations Issuer'!$CX$21:$CX$22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AC21-4F03-8A3E-10BD60E4A5A6}"/>
            </c:ext>
          </c:extLst>
        </c:ser>
        <c:ser>
          <c:idx val="2"/>
          <c:order val="2"/>
          <c:tx>
            <c:v>Mean</c:v>
          </c:tx>
          <c:spPr>
            <a:ln w="28575" cap="rnd">
              <a:solidFill>
                <a:srgbClr val="CC6B00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xVal>
            <c:numRef>
              <c:f>'Calculations Issuer'!$CW$11:$CW$12</c:f>
              <c:numCache>
                <c:formatCode>General</c:formatCode>
                <c:ptCount val="2"/>
                <c:pt idx="0">
                  <c:v>62.742639577072538</c:v>
                </c:pt>
                <c:pt idx="1">
                  <c:v>62.742639577072538</c:v>
                </c:pt>
              </c:numCache>
            </c:numRef>
          </c:xVal>
          <c:yVal>
            <c:numRef>
              <c:f>'Calculations Issuer'!$CX$11:$CX$12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AC21-4F03-8A3E-10BD60E4A5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4325008"/>
        <c:axId val="834328608"/>
      </c:scatterChart>
      <c:catAx>
        <c:axId val="826910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US"/>
          </a:p>
        </c:txPr>
        <c:crossAx val="826916848"/>
        <c:crosses val="autoZero"/>
        <c:auto val="1"/>
        <c:lblAlgn val="ctr"/>
        <c:lblOffset val="100"/>
        <c:noMultiLvlLbl val="0"/>
      </c:catAx>
      <c:valAx>
        <c:axId val="8269168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US"/>
          </a:p>
        </c:txPr>
        <c:crossAx val="826910368"/>
        <c:crosses val="autoZero"/>
        <c:crossBetween val="between"/>
      </c:valAx>
      <c:valAx>
        <c:axId val="834328608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834325008"/>
        <c:crosses val="max"/>
        <c:crossBetween val="midCat"/>
      </c:valAx>
      <c:valAx>
        <c:axId val="8343250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34328608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legend>
      <c:legendPos val="r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Source Sans Pro" panose="020B0503030403020204" pitchFamily="34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Results!$C$6:$H$6</c:f>
              <c:strCache>
                <c:ptCount val="6"/>
                <c:pt idx="0">
                  <c:v>Verizon Communications Inc</c:v>
                </c:pt>
                <c:pt idx="1">
                  <c:v>T-Mobile US Inc</c:v>
                </c:pt>
                <c:pt idx="2">
                  <c:v>AT&amp;T Inc</c:v>
                </c:pt>
                <c:pt idx="3">
                  <c:v>Rogers Communications Inc</c:v>
                </c:pt>
                <c:pt idx="4">
                  <c:v>TELUS Corp</c:v>
                </c:pt>
                <c:pt idx="5">
                  <c:v>BCE Inc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B4E-4731-9D0B-005C03F68686}"/>
              </c:ext>
            </c:extLst>
          </c:dPt>
          <c:cat>
            <c:strRef>
              <c:f>Results!$C$6:$H$6</c:f>
              <c:strCache>
                <c:ptCount val="6"/>
                <c:pt idx="0">
                  <c:v>Verizon Communications Inc</c:v>
                </c:pt>
                <c:pt idx="1">
                  <c:v>T-Mobile US Inc</c:v>
                </c:pt>
                <c:pt idx="2">
                  <c:v>AT&amp;T Inc</c:v>
                </c:pt>
                <c:pt idx="3">
                  <c:v>Rogers Communications Inc</c:v>
                </c:pt>
                <c:pt idx="4">
                  <c:v>TELUS Corp</c:v>
                </c:pt>
                <c:pt idx="5">
                  <c:v>BCE Inc</c:v>
                </c:pt>
              </c:strCache>
            </c:strRef>
          </c:cat>
          <c:val>
            <c:numRef>
              <c:f>Results!$C$9:$H$9</c:f>
              <c:numCache>
                <c:formatCode>0.00</c:formatCode>
                <c:ptCount val="6"/>
                <c:pt idx="0">
                  <c:v>72.510953724981846</c:v>
                </c:pt>
                <c:pt idx="1">
                  <c:v>100</c:v>
                </c:pt>
                <c:pt idx="2">
                  <c:v>74.216580583330767</c:v>
                </c:pt>
                <c:pt idx="3">
                  <c:v>81.73689874018703</c:v>
                </c:pt>
                <c:pt idx="4">
                  <c:v>0.5</c:v>
                </c:pt>
                <c:pt idx="5">
                  <c:v>91.085771888965937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4E-4731-9D0B-005C03F686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26910368"/>
        <c:axId val="826916848"/>
      </c:barChart>
      <c:scatterChart>
        <c:scatterStyle val="lineMarker"/>
        <c:varyColors val="0"/>
        <c:ser>
          <c:idx val="1"/>
          <c:order val="1"/>
          <c:tx>
            <c:v>Median</c:v>
          </c:tx>
          <c:spPr>
            <a:ln w="28575" cap="rnd">
              <a:solidFill>
                <a:srgbClr val="C00000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xVal>
            <c:numRef>
              <c:f>'Calculations Issuer'!$CZ$21:$CZ$22</c:f>
              <c:numCache>
                <c:formatCode>General</c:formatCode>
                <c:ptCount val="2"/>
                <c:pt idx="0">
                  <c:v>77.976739661758899</c:v>
                </c:pt>
                <c:pt idx="1">
                  <c:v>77.976739661758899</c:v>
                </c:pt>
              </c:numCache>
            </c:numRef>
          </c:xVal>
          <c:yVal>
            <c:numRef>
              <c:f>'Calculations Issuer'!$DA$21:$DA$22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B4E-4731-9D0B-005C03F68686}"/>
            </c:ext>
          </c:extLst>
        </c:ser>
        <c:ser>
          <c:idx val="2"/>
          <c:order val="2"/>
          <c:tx>
            <c:v>Mean</c:v>
          </c:tx>
          <c:spPr>
            <a:ln w="28575" cap="rnd">
              <a:solidFill>
                <a:srgbClr val="CC6B00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xVal>
            <c:numRef>
              <c:f>'Calculations Issuer'!$CZ$11:$CZ$12</c:f>
              <c:numCache>
                <c:formatCode>General</c:formatCode>
                <c:ptCount val="2"/>
                <c:pt idx="0">
                  <c:v>70.008367489577594</c:v>
                </c:pt>
                <c:pt idx="1">
                  <c:v>70.008367489577594</c:v>
                </c:pt>
              </c:numCache>
            </c:numRef>
          </c:xVal>
          <c:yVal>
            <c:numRef>
              <c:f>'Calculations Issuer'!$DA$11:$DA$12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B4E-4731-9D0B-005C03F686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4325008"/>
        <c:axId val="834328608"/>
      </c:scatterChart>
      <c:catAx>
        <c:axId val="826910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US"/>
          </a:p>
        </c:txPr>
        <c:crossAx val="826916848"/>
        <c:crosses val="autoZero"/>
        <c:auto val="1"/>
        <c:lblAlgn val="ctr"/>
        <c:lblOffset val="100"/>
        <c:noMultiLvlLbl val="0"/>
      </c:catAx>
      <c:valAx>
        <c:axId val="8269168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US"/>
          </a:p>
        </c:txPr>
        <c:crossAx val="826910368"/>
        <c:crosses val="autoZero"/>
        <c:crossBetween val="between"/>
      </c:valAx>
      <c:valAx>
        <c:axId val="834328608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834325008"/>
        <c:crosses val="max"/>
        <c:crossBetween val="midCat"/>
      </c:valAx>
      <c:valAx>
        <c:axId val="8343250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34328608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legend>
      <c:legendPos val="r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Source Sans Pro" panose="020B0503030403020204" pitchFamily="34" charset="0"/>
        </a:defRPr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Results!$C$6:$H$6</c:f>
              <c:strCache>
                <c:ptCount val="6"/>
                <c:pt idx="0">
                  <c:v>Verizon Communications Inc</c:v>
                </c:pt>
                <c:pt idx="1">
                  <c:v>T-Mobile US Inc</c:v>
                </c:pt>
                <c:pt idx="2">
                  <c:v>AT&amp;T Inc</c:v>
                </c:pt>
                <c:pt idx="3">
                  <c:v>Rogers Communications Inc</c:v>
                </c:pt>
                <c:pt idx="4">
                  <c:v>TELUS Corp</c:v>
                </c:pt>
                <c:pt idx="5">
                  <c:v>BCE Inc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FCD-47DE-8BFF-CE7B8D330E78}"/>
              </c:ext>
            </c:extLst>
          </c:dPt>
          <c:cat>
            <c:strRef>
              <c:f>Results!$C$6:$H$6</c:f>
              <c:strCache>
                <c:ptCount val="6"/>
                <c:pt idx="0">
                  <c:v>Verizon Communications Inc</c:v>
                </c:pt>
                <c:pt idx="1">
                  <c:v>T-Mobile US Inc</c:v>
                </c:pt>
                <c:pt idx="2">
                  <c:v>AT&amp;T Inc</c:v>
                </c:pt>
                <c:pt idx="3">
                  <c:v>Rogers Communications Inc</c:v>
                </c:pt>
                <c:pt idx="4">
                  <c:v>TELUS Corp</c:v>
                </c:pt>
                <c:pt idx="5">
                  <c:v>BCE Inc</c:v>
                </c:pt>
              </c:strCache>
            </c:strRef>
          </c:cat>
          <c:val>
            <c:numRef>
              <c:f>Results!$C$10:$H$10</c:f>
              <c:numCache>
                <c:formatCode>0.00</c:formatCode>
                <c:ptCount val="6"/>
                <c:pt idx="0">
                  <c:v>21.703834220350736</c:v>
                </c:pt>
                <c:pt idx="1">
                  <c:v>34.164372464650754</c:v>
                </c:pt>
                <c:pt idx="2">
                  <c:v>100</c:v>
                </c:pt>
                <c:pt idx="3">
                  <c:v>0.5</c:v>
                </c:pt>
                <c:pt idx="4">
                  <c:v>1.444154158421749</c:v>
                </c:pt>
                <c:pt idx="5">
                  <c:v>56.792466490668744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CD-47DE-8BFF-CE7B8D330E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26910368"/>
        <c:axId val="826916848"/>
      </c:barChart>
      <c:scatterChart>
        <c:scatterStyle val="lineMarker"/>
        <c:varyColors val="0"/>
        <c:ser>
          <c:idx val="1"/>
          <c:order val="1"/>
          <c:tx>
            <c:v>Median</c:v>
          </c:tx>
          <c:spPr>
            <a:ln w="28575" cap="rnd">
              <a:solidFill>
                <a:srgbClr val="C00000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rgbClr val="C00000">
                    <a:alpha val="60000"/>
                  </a:srgb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7FCD-47DE-8BFF-CE7B8D330E78}"/>
              </c:ext>
            </c:extLst>
          </c:dPt>
          <c:xVal>
            <c:numRef>
              <c:f>'Calculations Issuer'!$DC$21:$DC$22</c:f>
              <c:numCache>
                <c:formatCode>General</c:formatCode>
                <c:ptCount val="2"/>
                <c:pt idx="0">
                  <c:v>27.934103342500745</c:v>
                </c:pt>
                <c:pt idx="1">
                  <c:v>27.934103342500745</c:v>
                </c:pt>
              </c:numCache>
            </c:numRef>
          </c:xVal>
          <c:yVal>
            <c:numRef>
              <c:f>'Calculations Issuer'!$DD$21:$DD$22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7FCD-47DE-8BFF-CE7B8D330E78}"/>
            </c:ext>
          </c:extLst>
        </c:ser>
        <c:ser>
          <c:idx val="2"/>
          <c:order val="2"/>
          <c:tx>
            <c:v>Mean</c:v>
          </c:tx>
          <c:spPr>
            <a:ln w="28575" cap="rnd">
              <a:solidFill>
                <a:srgbClr val="CC6B00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xVal>
            <c:numRef>
              <c:f>'Calculations Issuer'!$DC$11:$DC$12</c:f>
              <c:numCache>
                <c:formatCode>General</c:formatCode>
                <c:ptCount val="2"/>
                <c:pt idx="0">
                  <c:v>35.767471222348668</c:v>
                </c:pt>
                <c:pt idx="1">
                  <c:v>35.767471222348668</c:v>
                </c:pt>
              </c:numCache>
            </c:numRef>
          </c:xVal>
          <c:yVal>
            <c:numRef>
              <c:f>'Calculations Issuer'!$DD$11:$DD$12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7FCD-47DE-8BFF-CE7B8D330E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4325008"/>
        <c:axId val="834328608"/>
      </c:scatterChart>
      <c:catAx>
        <c:axId val="826910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US"/>
          </a:p>
        </c:txPr>
        <c:crossAx val="826916848"/>
        <c:crosses val="autoZero"/>
        <c:auto val="1"/>
        <c:lblAlgn val="ctr"/>
        <c:lblOffset val="100"/>
        <c:noMultiLvlLbl val="0"/>
      </c:catAx>
      <c:valAx>
        <c:axId val="8269168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US"/>
          </a:p>
        </c:txPr>
        <c:crossAx val="826910368"/>
        <c:crosses val="autoZero"/>
        <c:crossBetween val="between"/>
      </c:valAx>
      <c:valAx>
        <c:axId val="834328608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834325008"/>
        <c:crosses val="max"/>
        <c:crossBetween val="midCat"/>
      </c:valAx>
      <c:valAx>
        <c:axId val="8343250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34328608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legend>
      <c:legendPos val="r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Source Sans Pro" panose="020B0503030403020204" pitchFamily="34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Results!$C$6:$H$6</c:f>
              <c:strCache>
                <c:ptCount val="6"/>
                <c:pt idx="0">
                  <c:v>Verizon Communications Inc</c:v>
                </c:pt>
                <c:pt idx="1">
                  <c:v>T-Mobile US Inc</c:v>
                </c:pt>
                <c:pt idx="2">
                  <c:v>AT&amp;T Inc</c:v>
                </c:pt>
                <c:pt idx="3">
                  <c:v>Rogers Communications Inc</c:v>
                </c:pt>
                <c:pt idx="4">
                  <c:v>TELUS Corp</c:v>
                </c:pt>
                <c:pt idx="5">
                  <c:v>BCE Inc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03A-4C41-8781-E20D59607B6C}"/>
              </c:ext>
            </c:extLst>
          </c:dPt>
          <c:cat>
            <c:strRef>
              <c:f>Results!$C$6:$H$6</c:f>
              <c:strCache>
                <c:ptCount val="6"/>
                <c:pt idx="0">
                  <c:v>Verizon Communications Inc</c:v>
                </c:pt>
                <c:pt idx="1">
                  <c:v>T-Mobile US Inc</c:v>
                </c:pt>
                <c:pt idx="2">
                  <c:v>AT&amp;T Inc</c:v>
                </c:pt>
                <c:pt idx="3">
                  <c:v>Rogers Communications Inc</c:v>
                </c:pt>
                <c:pt idx="4">
                  <c:v>TELUS Corp</c:v>
                </c:pt>
                <c:pt idx="5">
                  <c:v>BCE Inc</c:v>
                </c:pt>
              </c:strCache>
            </c:strRef>
          </c:cat>
          <c:val>
            <c:numRef>
              <c:f>Results!$C$11:$H$11</c:f>
              <c:numCache>
                <c:formatCode>0.00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0.5</c:v>
                </c:pt>
                <c:pt idx="4">
                  <c:v>0.5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3A-4C41-8781-E20D59607B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26910368"/>
        <c:axId val="826916848"/>
      </c:barChart>
      <c:scatterChart>
        <c:scatterStyle val="lineMarker"/>
        <c:varyColors val="0"/>
        <c:ser>
          <c:idx val="1"/>
          <c:order val="1"/>
          <c:tx>
            <c:v>Median</c:v>
          </c:tx>
          <c:spPr>
            <a:ln w="28575" cap="rnd">
              <a:solidFill>
                <a:srgbClr val="C00000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xVal>
            <c:numRef>
              <c:f>'Calculations Issuer'!$DF$21:$DF$22</c:f>
              <c:numCache>
                <c:formatCode>General</c:formatCode>
                <c:ptCount val="2"/>
                <c:pt idx="0">
                  <c:v>100</c:v>
                </c:pt>
                <c:pt idx="1">
                  <c:v>100</c:v>
                </c:pt>
              </c:numCache>
            </c:numRef>
          </c:xVal>
          <c:yVal>
            <c:numRef>
              <c:f>'Calculations Issuer'!$DG$21:$DG$22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03A-4C41-8781-E20D59607B6C}"/>
            </c:ext>
          </c:extLst>
        </c:ser>
        <c:ser>
          <c:idx val="2"/>
          <c:order val="2"/>
          <c:tx>
            <c:v>Mean</c:v>
          </c:tx>
          <c:spPr>
            <a:ln w="28575" cap="rnd">
              <a:solidFill>
                <a:srgbClr val="CC6B00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xVal>
            <c:numRef>
              <c:f>'Calculations Issuer'!$DF$11:$DF$12</c:f>
              <c:numCache>
                <c:formatCode>General</c:formatCode>
                <c:ptCount val="2"/>
                <c:pt idx="0">
                  <c:v>66.833333333333329</c:v>
                </c:pt>
                <c:pt idx="1">
                  <c:v>66.833333333333329</c:v>
                </c:pt>
              </c:numCache>
            </c:numRef>
          </c:xVal>
          <c:yVal>
            <c:numRef>
              <c:f>'Calculations Issuer'!$DG$11:$DG$12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03A-4C41-8781-E20D59607B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4325008"/>
        <c:axId val="834328608"/>
      </c:scatterChart>
      <c:catAx>
        <c:axId val="826910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US"/>
          </a:p>
        </c:txPr>
        <c:crossAx val="826916848"/>
        <c:crosses val="autoZero"/>
        <c:auto val="1"/>
        <c:lblAlgn val="ctr"/>
        <c:lblOffset val="100"/>
        <c:noMultiLvlLbl val="0"/>
      </c:catAx>
      <c:valAx>
        <c:axId val="8269168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US"/>
          </a:p>
        </c:txPr>
        <c:crossAx val="826910368"/>
        <c:crosses val="autoZero"/>
        <c:crossBetween val="between"/>
      </c:valAx>
      <c:valAx>
        <c:axId val="834328608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834325008"/>
        <c:crosses val="max"/>
        <c:crossBetween val="midCat"/>
      </c:valAx>
      <c:valAx>
        <c:axId val="8343250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34328608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legend>
      <c:legendPos val="r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Source Sans Pro" panose="020B0503030403020204" pitchFamily="34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5231400117164616E-2"/>
          <c:y val="4.1700080192461908E-2"/>
          <c:w val="0.96953719976567077"/>
          <c:h val="0.9165998396150761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1.21</c:v>
                </c:pt>
                <c:pt idx="1">
                  <c:v>3.7</c:v>
                </c:pt>
                <c:pt idx="2">
                  <c:v>11.03</c:v>
                </c:pt>
                <c:pt idx="3">
                  <c:v>8.6199999999999992</c:v>
                </c:pt>
                <c:pt idx="4">
                  <c:v>10.38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01-434E-BAEE-B5BAF51014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11281792"/>
        <c:axId val="1"/>
      </c:barChart>
      <c:catAx>
        <c:axId val="81128179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1.0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81128179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Bonds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E52-416F-8504-71B91E8D3E78}"/>
              </c:ext>
            </c:extLst>
          </c:dPt>
          <c:cat>
            <c:strRef>
              <c:f>Results!$B$83:$F$83</c:f>
              <c:strCache>
                <c:ptCount val="5"/>
                <c:pt idx="0">
                  <c:v>US92346MGT27</c:v>
                </c:pt>
                <c:pt idx="1">
                  <c:v>US87264ABD63</c:v>
                </c:pt>
                <c:pt idx="2">
                  <c:v>US00206RJX17</c:v>
                </c:pt>
                <c:pt idx="3">
                  <c:v>CA775109CM19</c:v>
                </c:pt>
                <c:pt idx="4">
                  <c:v>US87971MBD48</c:v>
                </c:pt>
              </c:strCache>
            </c:strRef>
          </c:cat>
          <c:val>
            <c:numRef>
              <c:f>Results!$B$84:$F$84</c:f>
              <c:numCache>
                <c:formatCode>General</c:formatCode>
                <c:ptCount val="5"/>
                <c:pt idx="0">
                  <c:v>59.559391172495388</c:v>
                </c:pt>
                <c:pt idx="1">
                  <c:v>57.91656226856766</c:v>
                </c:pt>
                <c:pt idx="2">
                  <c:v>60.914525276209943</c:v>
                </c:pt>
                <c:pt idx="3">
                  <c:v>53.768426031931746</c:v>
                </c:pt>
                <c:pt idx="4">
                  <c:v>62.142641155970267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E52-416F-8504-71B91E8D3E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26910368"/>
        <c:axId val="826916848"/>
      </c:barChart>
      <c:scatterChart>
        <c:scatterStyle val="lineMarker"/>
        <c:varyColors val="0"/>
        <c:ser>
          <c:idx val="1"/>
          <c:order val="1"/>
          <c:tx>
            <c:v>Median</c:v>
          </c:tx>
          <c:spPr>
            <a:ln w="28575" cap="rnd">
              <a:solidFill>
                <a:srgbClr val="C00000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rgbClr val="C00000">
                    <a:alpha val="60000"/>
                  </a:srgb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3E52-416F-8504-71B91E8D3E78}"/>
              </c:ext>
            </c:extLst>
          </c:dPt>
          <c:xVal>
            <c:numRef>
              <c:f>'Calculations Security'!$BC$20:$BC$21</c:f>
              <c:numCache>
                <c:formatCode>General</c:formatCode>
                <c:ptCount val="2"/>
                <c:pt idx="0">
                  <c:v>59.42055713546435</c:v>
                </c:pt>
                <c:pt idx="1">
                  <c:v>59.42055713546435</c:v>
                </c:pt>
              </c:numCache>
            </c:numRef>
          </c:xVal>
          <c:yVal>
            <c:numRef>
              <c:f>'Calculations Security'!$BD$20:$BD$21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3E52-416F-8504-71B91E8D3E78}"/>
            </c:ext>
          </c:extLst>
        </c:ser>
        <c:ser>
          <c:idx val="2"/>
          <c:order val="2"/>
          <c:tx>
            <c:v>Mean</c:v>
          </c:tx>
          <c:spPr>
            <a:ln w="28575" cap="rnd">
              <a:solidFill>
                <a:srgbClr val="CC6B00">
                  <a:alpha val="60000"/>
                </a:srgbClr>
              </a:solidFill>
              <a:round/>
            </a:ln>
            <a:effectLst/>
          </c:spPr>
          <c:marker>
            <c:symbol val="none"/>
          </c:marker>
          <c:xVal>
            <c:numRef>
              <c:f>'Calculations Security'!$BF$20:$BF$21</c:f>
              <c:numCache>
                <c:formatCode>0.00</c:formatCode>
                <c:ptCount val="2"/>
                <c:pt idx="0">
                  <c:v>58.930544833934711</c:v>
                </c:pt>
                <c:pt idx="1">
                  <c:v>58.930544833934711</c:v>
                </c:pt>
              </c:numCache>
            </c:numRef>
          </c:xVal>
          <c:yVal>
            <c:numRef>
              <c:f>'Calculations Security'!$BG$20:$BG$21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3E52-416F-8504-71B91E8D3E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4325008"/>
        <c:axId val="834328608"/>
      </c:scatterChart>
      <c:catAx>
        <c:axId val="826910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US"/>
          </a:p>
        </c:txPr>
        <c:crossAx val="826916848"/>
        <c:crosses val="autoZero"/>
        <c:auto val="1"/>
        <c:lblAlgn val="ctr"/>
        <c:lblOffset val="100"/>
        <c:noMultiLvlLbl val="0"/>
      </c:catAx>
      <c:valAx>
        <c:axId val="8269168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US"/>
          </a:p>
        </c:txPr>
        <c:crossAx val="826910368"/>
        <c:crosses val="autoZero"/>
        <c:crossBetween val="between"/>
      </c:valAx>
      <c:valAx>
        <c:axId val="834328608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834325008"/>
        <c:crosses val="max"/>
        <c:crossBetween val="midCat"/>
      </c:valAx>
      <c:valAx>
        <c:axId val="8343250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34328608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legend>
      <c:legendPos val="r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Source Sans Pro" panose="020B0503030403020204" pitchFamily="34" charset="0"/>
        </a:defRPr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r>
              <a:rPr lang="en-US" sz="1600">
                <a:latin typeface="Source Sans Pro" panose="020B0503030403020204" pitchFamily="34" charset="0"/>
              </a:rPr>
              <a:t>Liquidity Score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D00-4B12-80A0-6CBD7DE228D4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D00-4B12-80A0-6CBD7DE228D4}"/>
              </c:ext>
            </c:extLst>
          </c:dPt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D00-4B12-80A0-6CBD7DE228D4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D00-4B12-80A0-6CBD7DE228D4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D00-4B12-80A0-6CBD7DE228D4}"/>
              </c:ext>
            </c:extLst>
          </c:dPt>
          <c:cat>
            <c:strRef>
              <c:f>Sheet1!$E$17:$J$17</c:f>
              <c:strCache>
                <c:ptCount val="6"/>
                <c:pt idx="0">
                  <c:v>Verizon</c:v>
                </c:pt>
                <c:pt idx="1">
                  <c:v>T-Mobile</c:v>
                </c:pt>
                <c:pt idx="2">
                  <c:v>AT&amp;T</c:v>
                </c:pt>
                <c:pt idx="3">
                  <c:v>Rogers</c:v>
                </c:pt>
                <c:pt idx="4">
                  <c:v>Telus</c:v>
                </c:pt>
                <c:pt idx="5">
                  <c:v>BCE</c:v>
                </c:pt>
              </c:strCache>
            </c:strRef>
          </c:cat>
          <c:val>
            <c:numRef>
              <c:f>Sheet1!$E$18:$J$18</c:f>
              <c:numCache>
                <c:formatCode>0.00</c:formatCode>
                <c:ptCount val="6"/>
                <c:pt idx="0" formatCode="General">
                  <c:v>0.37</c:v>
                </c:pt>
                <c:pt idx="1">
                  <c:v>0.44400000000000001</c:v>
                </c:pt>
                <c:pt idx="2">
                  <c:v>0.502</c:v>
                </c:pt>
                <c:pt idx="3">
                  <c:v>0.311</c:v>
                </c:pt>
                <c:pt idx="4">
                  <c:v>0.505</c:v>
                </c:pt>
                <c:pt idx="5">
                  <c:v>0.22500000000000001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D00-4B12-80A0-6CBD7DE228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42785359"/>
        <c:axId val="242786799"/>
      </c:barChart>
      <c:catAx>
        <c:axId val="2427853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US"/>
          </a:p>
        </c:txPr>
        <c:crossAx val="242786799"/>
        <c:crosses val="autoZero"/>
        <c:auto val="1"/>
        <c:lblAlgn val="ctr"/>
        <c:lblOffset val="100"/>
        <c:noMultiLvlLbl val="0"/>
      </c:catAx>
      <c:valAx>
        <c:axId val="2427867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+mn-ea"/>
                <a:cs typeface="+mn-cs"/>
              </a:defRPr>
            </a:pPr>
            <a:endParaRPr lang="en-US"/>
          </a:p>
        </c:txPr>
        <c:crossAx val="2427853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4E_3980E2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31F3CA-AB7E-40F3-A6C1-CCF893C17070}" authorId="{854774D4-7EAB-79D6-E046-6BC125C0CA20}" status="resolved" created="2026-04-20T10:17:40.701" complete="100000">
    <pc:sldMkLst xmlns:pc="http://schemas.microsoft.com/office/powerpoint/2013/main/command">
      <pc:docMk/>
      <pc:sldMk cId="964747918" sldId="334"/>
    </pc:sldMkLst>
    <p188:txBody>
      <a:bodyPr/>
      <a:lstStyle/>
      <a:p>
        <a:r>
          <a:rPr lang="en-US"/>
          <a:t>Fonts are in calibri</a:t>
        </a:r>
      </a:p>
    </p188:txBody>
  </p188:cm>
</p188:cmLst>
</file>

<file path=ppt/comments/modernComment_109_D396FB8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9C351EF-FA03-4088-A5F9-6C58F12E7193}" authorId="{854774D4-7EAB-79D6-E046-6BC125C0CA20}" status="resolved" created="2026-04-20T10:20:20.063" complete="100000">
    <pc:sldMkLst xmlns:pc="http://schemas.microsoft.com/office/powerpoint/2013/main/command">
      <pc:docMk/>
      <pc:sldMk cId="3549887361" sldId="265"/>
    </pc:sldMkLst>
    <p188:txBody>
      <a:bodyPr/>
      <a:lstStyle/>
      <a:p>
        <a:r>
          <a:rPr lang="en-GB"/>
          <a:t>Missing Action title throughout the whole presentation</a:t>
        </a:r>
      </a:p>
    </p188:txBody>
  </p188:cm>
</p188:cmLst>
</file>

<file path=ppt/comments/modernComment_122_5593434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A8854A6-8D47-468F-A0AF-DC7AD82D689B}" authorId="{854774D4-7EAB-79D6-E046-6BC125C0CA20}" status="resolved" created="2026-04-20T10:17:51.947" complete="100000">
    <pc:sldMkLst xmlns:pc="http://schemas.microsoft.com/office/powerpoint/2013/main/command">
      <pc:docMk/>
      <pc:sldMk cId="1435714371" sldId="290"/>
    </pc:sldMkLst>
    <p188:txBody>
      <a:bodyPr/>
      <a:lstStyle/>
      <a:p>
        <a:r>
          <a:rPr lang="en-US"/>
          <a:t>Change decimal points (, to .)</a:t>
        </a:r>
      </a:p>
    </p188:txBody>
  </p188:cm>
</p188:cmLst>
</file>

<file path=ppt/comments/modernComment_130_481DE0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05B1F87-1899-4A54-8BEB-C803D0FC29F0}" authorId="{854774D4-7EAB-79D6-E046-6BC125C0CA20}" status="resolved" created="2026-04-20T10:19:14.828" complete="100000">
    <pc:sldMkLst xmlns:pc="http://schemas.microsoft.com/office/powerpoint/2013/main/command">
      <pc:docMk/>
      <pc:sldMk cId="1209917667" sldId="304"/>
    </pc:sldMkLst>
    <p188:txBody>
      <a:bodyPr/>
      <a:lstStyle/>
      <a:p>
        <a:r>
          <a:rPr lang="en-GB"/>
          <a:t>Change decimal points (, to .)</a:t>
        </a:r>
      </a:p>
    </p188:txBody>
  </p188:cm>
</p188:cmLst>
</file>

<file path=ppt/comments/modernComment_137_D0EB71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7BB893-0987-4DD6-9856-0A5B7B5F0A30}" authorId="{854774D4-7EAB-79D6-E046-6BC125C0CA20}" status="resolved" created="2026-04-20T10:19:42.026" complete="100000">
    <pc:sldMkLst xmlns:pc="http://schemas.microsoft.com/office/powerpoint/2013/main/command">
      <pc:docMk/>
      <pc:sldMk cId="219068191" sldId="311"/>
    </pc:sldMkLst>
    <p188:txBody>
      <a:bodyPr/>
      <a:lstStyle/>
      <a:p>
        <a:r>
          <a:rPr lang="en-GB"/>
          <a:t>Add icons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F6A415-8346-4D41-927E-F5AEC5977731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AEC0DE8F-82B0-014E-A37D-56E0D844BC25}">
      <dgm:prSet phldrT="[Text]"/>
      <dgm:spPr/>
      <dgm:t>
        <a:bodyPr/>
        <a:lstStyle/>
        <a:p>
          <a:endParaRPr lang="en-GB"/>
        </a:p>
      </dgm:t>
    </dgm:pt>
    <dgm:pt modelId="{7F848EB5-02F3-0E46-B19C-08EBF6EA59C1}" type="parTrans" cxnId="{E0D97D76-EB4E-BF42-988D-8D492F6A6C86}">
      <dgm:prSet/>
      <dgm:spPr/>
      <dgm:t>
        <a:bodyPr/>
        <a:lstStyle/>
        <a:p>
          <a:endParaRPr lang="en-GB"/>
        </a:p>
      </dgm:t>
    </dgm:pt>
    <dgm:pt modelId="{339BFB66-DEBD-5345-89FF-FCED64C9C97B}" type="sibTrans" cxnId="{E0D97D76-EB4E-BF42-988D-8D492F6A6C86}">
      <dgm:prSet/>
      <dgm:spPr/>
      <dgm:t>
        <a:bodyPr/>
        <a:lstStyle/>
        <a:p>
          <a:endParaRPr lang="en-GB"/>
        </a:p>
      </dgm:t>
    </dgm:pt>
    <dgm:pt modelId="{A4DC59C9-26C1-3A48-86C9-C57DE978A46E}">
      <dgm:prSet phldrT="[Text]"/>
      <dgm:spPr/>
      <dgm:t>
        <a:bodyPr/>
        <a:lstStyle/>
        <a:p>
          <a:endParaRPr lang="en-GB"/>
        </a:p>
      </dgm:t>
    </dgm:pt>
    <dgm:pt modelId="{FDEEA150-FCCE-C44A-9284-5626754C67F0}" type="parTrans" cxnId="{19283D72-9D18-4041-9FA3-007D68B898A8}">
      <dgm:prSet/>
      <dgm:spPr/>
      <dgm:t>
        <a:bodyPr/>
        <a:lstStyle/>
        <a:p>
          <a:endParaRPr lang="en-GB"/>
        </a:p>
      </dgm:t>
    </dgm:pt>
    <dgm:pt modelId="{C22222AC-C903-8547-A72B-3A8FA0A0AF97}" type="sibTrans" cxnId="{19283D72-9D18-4041-9FA3-007D68B898A8}">
      <dgm:prSet/>
      <dgm:spPr/>
      <dgm:t>
        <a:bodyPr/>
        <a:lstStyle/>
        <a:p>
          <a:endParaRPr lang="en-GB"/>
        </a:p>
      </dgm:t>
    </dgm:pt>
    <dgm:pt modelId="{106464CF-7F9A-144A-8734-0A66E6A34181}">
      <dgm:prSet/>
      <dgm:spPr/>
      <dgm:t>
        <a:bodyPr/>
        <a:lstStyle/>
        <a:p>
          <a:endParaRPr lang="en-GB"/>
        </a:p>
      </dgm:t>
    </dgm:pt>
    <dgm:pt modelId="{E2EAF51B-90CA-DF46-8FFD-2C644D51FA70}" type="parTrans" cxnId="{A211DF47-097B-8140-8833-04B0A15BAAE4}">
      <dgm:prSet/>
      <dgm:spPr/>
      <dgm:t>
        <a:bodyPr/>
        <a:lstStyle/>
        <a:p>
          <a:endParaRPr lang="en-GB"/>
        </a:p>
      </dgm:t>
    </dgm:pt>
    <dgm:pt modelId="{2E9D626D-0001-7B4B-94DE-D280B57E0EDB}" type="sibTrans" cxnId="{A211DF47-097B-8140-8833-04B0A15BAAE4}">
      <dgm:prSet/>
      <dgm:spPr/>
      <dgm:t>
        <a:bodyPr/>
        <a:lstStyle/>
        <a:p>
          <a:endParaRPr lang="en-GB"/>
        </a:p>
      </dgm:t>
    </dgm:pt>
    <dgm:pt modelId="{B5AFF5B2-C1CD-EC4B-B013-692F55763000}">
      <dgm:prSet/>
      <dgm:spPr/>
      <dgm:t>
        <a:bodyPr/>
        <a:lstStyle/>
        <a:p>
          <a:endParaRPr lang="en-GB"/>
        </a:p>
      </dgm:t>
    </dgm:pt>
    <dgm:pt modelId="{9D6F2BA8-A024-EC42-8006-75DFD68E3A8A}" type="parTrans" cxnId="{EA3C886F-27AD-1E49-A50B-432838860A46}">
      <dgm:prSet/>
      <dgm:spPr/>
      <dgm:t>
        <a:bodyPr/>
        <a:lstStyle/>
        <a:p>
          <a:endParaRPr lang="en-GB"/>
        </a:p>
      </dgm:t>
    </dgm:pt>
    <dgm:pt modelId="{2FCEF169-94DA-0D46-A38F-43CD835A65D2}" type="sibTrans" cxnId="{EA3C886F-27AD-1E49-A50B-432838860A46}">
      <dgm:prSet/>
      <dgm:spPr/>
      <dgm:t>
        <a:bodyPr/>
        <a:lstStyle/>
        <a:p>
          <a:endParaRPr lang="en-GB"/>
        </a:p>
      </dgm:t>
    </dgm:pt>
    <dgm:pt modelId="{89706313-DA96-8542-B2B0-2B14F6230E7C}">
      <dgm:prSet phldrT="[Text]"/>
      <dgm:spPr/>
      <dgm:t>
        <a:bodyPr/>
        <a:lstStyle/>
        <a:p>
          <a:endParaRPr lang="en-GB"/>
        </a:p>
      </dgm:t>
    </dgm:pt>
    <dgm:pt modelId="{7701D81C-DEED-9640-996F-AF3B0F70FE8A}" type="sibTrans" cxnId="{F68A8A3C-AE81-1E4D-AB9B-25E1DF823B68}">
      <dgm:prSet/>
      <dgm:spPr/>
      <dgm:t>
        <a:bodyPr/>
        <a:lstStyle/>
        <a:p>
          <a:endParaRPr lang="en-GB"/>
        </a:p>
      </dgm:t>
    </dgm:pt>
    <dgm:pt modelId="{5DB6DB18-F1D2-AE48-A5C7-556FD7871957}" type="parTrans" cxnId="{F68A8A3C-AE81-1E4D-AB9B-25E1DF823B68}">
      <dgm:prSet/>
      <dgm:spPr/>
      <dgm:t>
        <a:bodyPr/>
        <a:lstStyle/>
        <a:p>
          <a:endParaRPr lang="en-GB"/>
        </a:p>
      </dgm:t>
    </dgm:pt>
    <dgm:pt modelId="{CF791708-7273-D046-B9FA-27C5BA3DF903}" type="pres">
      <dgm:prSet presAssocID="{39F6A415-8346-4D41-927E-F5AEC5977731}" presName="Name0" presStyleCnt="0">
        <dgm:presLayoutVars>
          <dgm:dir/>
          <dgm:resizeHandles val="exact"/>
        </dgm:presLayoutVars>
      </dgm:prSet>
      <dgm:spPr/>
    </dgm:pt>
    <dgm:pt modelId="{029F61E9-4594-9241-8186-F218C7DF8B9E}" type="pres">
      <dgm:prSet presAssocID="{89706313-DA96-8542-B2B0-2B14F6230E7C}" presName="parTxOnly" presStyleLbl="node1" presStyleIdx="0" presStyleCnt="5">
        <dgm:presLayoutVars>
          <dgm:bulletEnabled val="1"/>
        </dgm:presLayoutVars>
      </dgm:prSet>
      <dgm:spPr/>
    </dgm:pt>
    <dgm:pt modelId="{37B691FF-B928-DB43-9A1B-DAD9436472BF}" type="pres">
      <dgm:prSet presAssocID="{7701D81C-DEED-9640-996F-AF3B0F70FE8A}" presName="parSpace" presStyleCnt="0"/>
      <dgm:spPr/>
    </dgm:pt>
    <dgm:pt modelId="{D8856D0C-5F15-8B48-9556-CD8B80A0C820}" type="pres">
      <dgm:prSet presAssocID="{AEC0DE8F-82B0-014E-A37D-56E0D844BC25}" presName="parTxOnly" presStyleLbl="node1" presStyleIdx="1" presStyleCnt="5">
        <dgm:presLayoutVars>
          <dgm:bulletEnabled val="1"/>
        </dgm:presLayoutVars>
      </dgm:prSet>
      <dgm:spPr/>
    </dgm:pt>
    <dgm:pt modelId="{BE38DA41-9BC2-FB4D-80E1-98B6BD10439F}" type="pres">
      <dgm:prSet presAssocID="{339BFB66-DEBD-5345-89FF-FCED64C9C97B}" presName="parSpace" presStyleCnt="0"/>
      <dgm:spPr/>
    </dgm:pt>
    <dgm:pt modelId="{C24B82C0-BE4C-034E-80B0-A6976155D550}" type="pres">
      <dgm:prSet presAssocID="{A4DC59C9-26C1-3A48-86C9-C57DE978A46E}" presName="parTxOnly" presStyleLbl="node1" presStyleIdx="2" presStyleCnt="5">
        <dgm:presLayoutVars>
          <dgm:bulletEnabled val="1"/>
        </dgm:presLayoutVars>
      </dgm:prSet>
      <dgm:spPr/>
    </dgm:pt>
    <dgm:pt modelId="{F30CD146-1517-DE43-8558-F2B6B5A24541}" type="pres">
      <dgm:prSet presAssocID="{C22222AC-C903-8547-A72B-3A8FA0A0AF97}" presName="parSpace" presStyleCnt="0"/>
      <dgm:spPr/>
    </dgm:pt>
    <dgm:pt modelId="{37C1CCB2-03E9-3A49-B575-45D57B825219}" type="pres">
      <dgm:prSet presAssocID="{106464CF-7F9A-144A-8734-0A66E6A34181}" presName="parTxOnly" presStyleLbl="node1" presStyleIdx="3" presStyleCnt="5">
        <dgm:presLayoutVars>
          <dgm:bulletEnabled val="1"/>
        </dgm:presLayoutVars>
      </dgm:prSet>
      <dgm:spPr/>
    </dgm:pt>
    <dgm:pt modelId="{F0490A41-CC01-9446-9DE6-A6D911259D3A}" type="pres">
      <dgm:prSet presAssocID="{2E9D626D-0001-7B4B-94DE-D280B57E0EDB}" presName="parSpace" presStyleCnt="0"/>
      <dgm:spPr/>
    </dgm:pt>
    <dgm:pt modelId="{171A261D-C782-BD4F-ACAC-38F27B1F296E}" type="pres">
      <dgm:prSet presAssocID="{B5AFF5B2-C1CD-EC4B-B013-692F55763000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F68A8A3C-AE81-1E4D-AB9B-25E1DF823B68}" srcId="{39F6A415-8346-4D41-927E-F5AEC5977731}" destId="{89706313-DA96-8542-B2B0-2B14F6230E7C}" srcOrd="0" destOrd="0" parTransId="{5DB6DB18-F1D2-AE48-A5C7-556FD7871957}" sibTransId="{7701D81C-DEED-9640-996F-AF3B0F70FE8A}"/>
    <dgm:cxn modelId="{B9BC4043-8D6E-1F4A-AB15-B0F87D8C3892}" type="presOf" srcId="{B5AFF5B2-C1CD-EC4B-B013-692F55763000}" destId="{171A261D-C782-BD4F-ACAC-38F27B1F296E}" srcOrd="0" destOrd="0" presId="urn:microsoft.com/office/officeart/2005/8/layout/hChevron3"/>
    <dgm:cxn modelId="{A211DF47-097B-8140-8833-04B0A15BAAE4}" srcId="{39F6A415-8346-4D41-927E-F5AEC5977731}" destId="{106464CF-7F9A-144A-8734-0A66E6A34181}" srcOrd="3" destOrd="0" parTransId="{E2EAF51B-90CA-DF46-8FFD-2C644D51FA70}" sibTransId="{2E9D626D-0001-7B4B-94DE-D280B57E0EDB}"/>
    <dgm:cxn modelId="{E5763B49-095D-D549-A8C8-F5E0A6630598}" type="presOf" srcId="{39F6A415-8346-4D41-927E-F5AEC5977731}" destId="{CF791708-7273-D046-B9FA-27C5BA3DF903}" srcOrd="0" destOrd="0" presId="urn:microsoft.com/office/officeart/2005/8/layout/hChevron3"/>
    <dgm:cxn modelId="{EA3C886F-27AD-1E49-A50B-432838860A46}" srcId="{39F6A415-8346-4D41-927E-F5AEC5977731}" destId="{B5AFF5B2-C1CD-EC4B-B013-692F55763000}" srcOrd="4" destOrd="0" parTransId="{9D6F2BA8-A024-EC42-8006-75DFD68E3A8A}" sibTransId="{2FCEF169-94DA-0D46-A38F-43CD835A65D2}"/>
    <dgm:cxn modelId="{19283D72-9D18-4041-9FA3-007D68B898A8}" srcId="{39F6A415-8346-4D41-927E-F5AEC5977731}" destId="{A4DC59C9-26C1-3A48-86C9-C57DE978A46E}" srcOrd="2" destOrd="0" parTransId="{FDEEA150-FCCE-C44A-9284-5626754C67F0}" sibTransId="{C22222AC-C903-8547-A72B-3A8FA0A0AF97}"/>
    <dgm:cxn modelId="{E0D97D76-EB4E-BF42-988D-8D492F6A6C86}" srcId="{39F6A415-8346-4D41-927E-F5AEC5977731}" destId="{AEC0DE8F-82B0-014E-A37D-56E0D844BC25}" srcOrd="1" destOrd="0" parTransId="{7F848EB5-02F3-0E46-B19C-08EBF6EA59C1}" sibTransId="{339BFB66-DEBD-5345-89FF-FCED64C9C97B}"/>
    <dgm:cxn modelId="{30FC8C97-71C4-5E43-8C2B-D1C6586A4073}" type="presOf" srcId="{AEC0DE8F-82B0-014E-A37D-56E0D844BC25}" destId="{D8856D0C-5F15-8B48-9556-CD8B80A0C820}" srcOrd="0" destOrd="0" presId="urn:microsoft.com/office/officeart/2005/8/layout/hChevron3"/>
    <dgm:cxn modelId="{D80707C3-901E-7C43-8222-B4C546BF0E58}" type="presOf" srcId="{106464CF-7F9A-144A-8734-0A66E6A34181}" destId="{37C1CCB2-03E9-3A49-B575-45D57B825219}" srcOrd="0" destOrd="0" presId="urn:microsoft.com/office/officeart/2005/8/layout/hChevron3"/>
    <dgm:cxn modelId="{6F68B6E7-2CDB-4D4F-A002-5F3F43C2F9A7}" type="presOf" srcId="{A4DC59C9-26C1-3A48-86C9-C57DE978A46E}" destId="{C24B82C0-BE4C-034E-80B0-A6976155D550}" srcOrd="0" destOrd="0" presId="urn:microsoft.com/office/officeart/2005/8/layout/hChevron3"/>
    <dgm:cxn modelId="{8C7E9AED-49E0-DC4C-A244-544D8BEE15BA}" type="presOf" srcId="{89706313-DA96-8542-B2B0-2B14F6230E7C}" destId="{029F61E9-4594-9241-8186-F218C7DF8B9E}" srcOrd="0" destOrd="0" presId="urn:microsoft.com/office/officeart/2005/8/layout/hChevron3"/>
    <dgm:cxn modelId="{BFCE81E5-C211-5841-8716-99D81CF03489}" type="presParOf" srcId="{CF791708-7273-D046-B9FA-27C5BA3DF903}" destId="{029F61E9-4594-9241-8186-F218C7DF8B9E}" srcOrd="0" destOrd="0" presId="urn:microsoft.com/office/officeart/2005/8/layout/hChevron3"/>
    <dgm:cxn modelId="{A3F6939A-946D-024D-984A-D580920A4C43}" type="presParOf" srcId="{CF791708-7273-D046-B9FA-27C5BA3DF903}" destId="{37B691FF-B928-DB43-9A1B-DAD9436472BF}" srcOrd="1" destOrd="0" presId="urn:microsoft.com/office/officeart/2005/8/layout/hChevron3"/>
    <dgm:cxn modelId="{6F6DAA15-F164-784D-85D9-BF291888F43D}" type="presParOf" srcId="{CF791708-7273-D046-B9FA-27C5BA3DF903}" destId="{D8856D0C-5F15-8B48-9556-CD8B80A0C820}" srcOrd="2" destOrd="0" presId="urn:microsoft.com/office/officeart/2005/8/layout/hChevron3"/>
    <dgm:cxn modelId="{F645F8A6-BB6B-F049-9FB9-215441AA0C69}" type="presParOf" srcId="{CF791708-7273-D046-B9FA-27C5BA3DF903}" destId="{BE38DA41-9BC2-FB4D-80E1-98B6BD10439F}" srcOrd="3" destOrd="0" presId="urn:microsoft.com/office/officeart/2005/8/layout/hChevron3"/>
    <dgm:cxn modelId="{0ABFCBAD-C03E-564B-BF0F-45E6CB2A4DD1}" type="presParOf" srcId="{CF791708-7273-D046-B9FA-27C5BA3DF903}" destId="{C24B82C0-BE4C-034E-80B0-A6976155D550}" srcOrd="4" destOrd="0" presId="urn:microsoft.com/office/officeart/2005/8/layout/hChevron3"/>
    <dgm:cxn modelId="{73A29737-303D-5E40-B3F2-6E7327F8257A}" type="presParOf" srcId="{CF791708-7273-D046-B9FA-27C5BA3DF903}" destId="{F30CD146-1517-DE43-8558-F2B6B5A24541}" srcOrd="5" destOrd="0" presId="urn:microsoft.com/office/officeart/2005/8/layout/hChevron3"/>
    <dgm:cxn modelId="{21F50E45-C08D-D74A-B6CA-4CE498B5D539}" type="presParOf" srcId="{CF791708-7273-D046-B9FA-27C5BA3DF903}" destId="{37C1CCB2-03E9-3A49-B575-45D57B825219}" srcOrd="6" destOrd="0" presId="urn:microsoft.com/office/officeart/2005/8/layout/hChevron3"/>
    <dgm:cxn modelId="{98E882B9-9FFC-B040-A004-0A0D3F1D4B9D}" type="presParOf" srcId="{CF791708-7273-D046-B9FA-27C5BA3DF903}" destId="{F0490A41-CC01-9446-9DE6-A6D911259D3A}" srcOrd="7" destOrd="0" presId="urn:microsoft.com/office/officeart/2005/8/layout/hChevron3"/>
    <dgm:cxn modelId="{A1C88508-AFAE-C54E-A388-6CAA013E25E0}" type="presParOf" srcId="{CF791708-7273-D046-B9FA-27C5BA3DF903}" destId="{171A261D-C782-BD4F-ACAC-38F27B1F296E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F61E9-4594-9241-8186-F218C7DF8B9E}">
      <dsp:nvSpPr>
        <dsp:cNvPr id="0" name=""/>
        <dsp:cNvSpPr/>
      </dsp:nvSpPr>
      <dsp:spPr>
        <a:xfrm>
          <a:off x="1370" y="0"/>
          <a:ext cx="2673260" cy="33139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678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1370" y="0"/>
        <a:ext cx="2590412" cy="331393"/>
      </dsp:txXfrm>
    </dsp:sp>
    <dsp:sp modelId="{D8856D0C-5F15-8B48-9556-CD8B80A0C820}">
      <dsp:nvSpPr>
        <dsp:cNvPr id="0" name=""/>
        <dsp:cNvSpPr/>
      </dsp:nvSpPr>
      <dsp:spPr>
        <a:xfrm>
          <a:off x="2139979" y="0"/>
          <a:ext cx="2673260" cy="33139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2305676" y="0"/>
        <a:ext cx="2341867" cy="331393"/>
      </dsp:txXfrm>
    </dsp:sp>
    <dsp:sp modelId="{C24B82C0-BE4C-034E-80B0-A6976155D550}">
      <dsp:nvSpPr>
        <dsp:cNvPr id="0" name=""/>
        <dsp:cNvSpPr/>
      </dsp:nvSpPr>
      <dsp:spPr>
        <a:xfrm>
          <a:off x="4278587" y="0"/>
          <a:ext cx="2673260" cy="33139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4444284" y="0"/>
        <a:ext cx="2341867" cy="331393"/>
      </dsp:txXfrm>
    </dsp:sp>
    <dsp:sp modelId="{37C1CCB2-03E9-3A49-B575-45D57B825219}">
      <dsp:nvSpPr>
        <dsp:cNvPr id="0" name=""/>
        <dsp:cNvSpPr/>
      </dsp:nvSpPr>
      <dsp:spPr>
        <a:xfrm>
          <a:off x="6417195" y="0"/>
          <a:ext cx="2673260" cy="33139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6582892" y="0"/>
        <a:ext cx="2341867" cy="331393"/>
      </dsp:txXfrm>
    </dsp:sp>
    <dsp:sp modelId="{171A261D-C782-BD4F-ACAC-38F27B1F296E}">
      <dsp:nvSpPr>
        <dsp:cNvPr id="0" name=""/>
        <dsp:cNvSpPr/>
      </dsp:nvSpPr>
      <dsp:spPr>
        <a:xfrm>
          <a:off x="8555803" y="0"/>
          <a:ext cx="2673260" cy="33139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8721500" y="0"/>
        <a:ext cx="2341867" cy="331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676D39-2155-2C4A-BCEF-421A7BCB75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3995E-3C0A-984E-9160-86A52D5433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D9DE04-A06F-344A-BCC3-03E112BA8AFD}" type="datetimeFigureOut">
              <a:rPr lang="en-PT" smtClean="0"/>
              <a:t>4/20/26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B2F08E-34D7-2245-BFEC-04913C138C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089EB-2097-D84D-88B0-D8CFE91CEE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D2359E-F4BD-DD49-BBD4-5320F5E2E552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770077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B3A1008B-C472-2048-A0B2-F19C30D87A28}" type="datetimeFigureOut">
              <a:rPr lang="en-GB" smtClean="0"/>
              <a:pPr/>
              <a:t>20/04/2026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C2BC12BB-C8A1-0C48-A4D5-6C9BFD054F4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778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333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670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BC12BB-C8A1-0C48-A4D5-6C9BFD054F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2320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BC12BB-C8A1-0C48-A4D5-6C9BFD054F49}" type="slidenum">
              <a:rPr kumimoji="0" lang="en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P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274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1D3E7-718D-8494-B090-5413E5EF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48E6B-4E68-607E-4F09-C9EFAB7A6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70CEE9-6C82-6A3E-75BC-71053BB36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73739-6423-4DE7-36C3-F77B7F0F2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PT" smtClean="0"/>
              <a:t>10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929471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415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1845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054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31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54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5463B-9ADE-D52E-0312-EEAA78596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BD99E-FE1B-DDCA-1D19-CD8CD6ECD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D6410-A87B-D400-5CE7-AC35A9165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AF169-D750-D372-BA51-18349A655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2594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Notes </a:t>
            </a:r>
            <a:r>
              <a:rPr lang="es-CO" err="1"/>
              <a:t>when</a:t>
            </a:r>
            <a:r>
              <a:rPr lang="es-CO"/>
              <a:t> </a:t>
            </a:r>
            <a:r>
              <a:rPr lang="es-CO" err="1"/>
              <a:t>presenting</a:t>
            </a:r>
            <a:r>
              <a:rPr lang="es-CO"/>
              <a:t>:</a:t>
            </a:r>
          </a:p>
          <a:p>
            <a:endParaRPr lang="es-CO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latin typeface="Source Sans Pro"/>
              <a:ea typeface="Source Sans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 inputs</a:t>
            </a:r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Current Ratio, Quick Ratio and Cash Ratio</a:t>
            </a:r>
            <a:endParaRPr lang="en-US" sz="1200">
              <a:latin typeface="Source Sans Pro"/>
              <a:ea typeface="Source Sans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latin typeface="Source Sans Pro"/>
              <a:ea typeface="Source Sans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Source Sans Pro"/>
                <a:ea typeface="Source Sans Pro"/>
              </a:rPr>
              <a:t>Verizon outperforms peers such as Rogers Communications and BCE on liquidity, though it trails TELUS and AT&amp;T slightly.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latin typeface="Source Sans Pro"/>
              <a:ea typeface="Source Sans Pro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0010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Notes </a:t>
            </a:r>
            <a:r>
              <a:rPr lang="es-CO" err="1"/>
              <a:t>when</a:t>
            </a:r>
            <a:r>
              <a:rPr lang="es-CO"/>
              <a:t> </a:t>
            </a:r>
            <a:r>
              <a:rPr lang="es-CO" err="1"/>
              <a:t>presenting</a:t>
            </a:r>
            <a:r>
              <a:rPr lang="es-CO"/>
              <a:t>:</a:t>
            </a:r>
          </a:p>
          <a:p>
            <a:endParaRPr lang="es-CO"/>
          </a:p>
          <a:p>
            <a:r>
              <a:rPr lang="es-CO" err="1"/>
              <a:t>An</a:t>
            </a:r>
            <a:r>
              <a:rPr lang="es-CO"/>
              <a:t> </a:t>
            </a:r>
            <a:r>
              <a:rPr lang="es-CO" err="1"/>
              <a:t>interest</a:t>
            </a:r>
            <a:r>
              <a:rPr lang="es-CO"/>
              <a:t> </a:t>
            </a:r>
            <a:r>
              <a:rPr lang="es-CO" err="1"/>
              <a:t>coverage</a:t>
            </a:r>
            <a:r>
              <a:rPr lang="en-US" sz="1200">
                <a:latin typeface="Source Sans Pro"/>
                <a:ea typeface="Source Sans Pro"/>
              </a:rPr>
              <a:t> ratio above 4x remains healthy and manageable. </a:t>
            </a:r>
            <a:endParaRPr lang="es-CO"/>
          </a:p>
          <a:p>
            <a:endParaRPr lang="es-CO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/>
              <a:t>CFO/</a:t>
            </a:r>
            <a:r>
              <a:rPr lang="es-CO" err="1"/>
              <a:t>Debt</a:t>
            </a:r>
            <a:r>
              <a:rPr lang="es-CO"/>
              <a:t> ratio: </a:t>
            </a:r>
            <a:r>
              <a:rPr lang="en-US" sz="1200">
                <a:latin typeface="Source Sans Pro"/>
                <a:ea typeface="Source Sans Pro"/>
              </a:rPr>
              <a:t>with a slight dip to 0.20 in 2025, indicating operating cash flow consistently covers ~20–25% of total debt annually.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latin typeface="Source Sans Pro"/>
              <a:ea typeface="Source Sans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Source Sans Pro"/>
                <a:ea typeface="Source Sans Pro"/>
              </a:rPr>
              <a:t>Asset coverage ratio: it’s approaching 1.0x in 2025, meaning Verizon's assets increasingly back its debt obligations.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latin typeface="Source Sans Pro"/>
              <a:ea typeface="Source Sans Pro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943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Notes </a:t>
            </a:r>
            <a:r>
              <a:rPr lang="es-CO" err="1"/>
              <a:t>when</a:t>
            </a:r>
            <a:r>
              <a:rPr lang="es-CO"/>
              <a:t> </a:t>
            </a:r>
            <a:r>
              <a:rPr lang="es-CO" err="1"/>
              <a:t>presenting</a:t>
            </a:r>
            <a:r>
              <a:rPr lang="es-CO"/>
              <a:t>:</a:t>
            </a:r>
          </a:p>
          <a:p>
            <a:endParaRPr lang="es-CO"/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Gross margins holding at ~59% show Verizon's network services are highly defensible, customers don't switch easily, protecting pricing.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2023 margin dip follows the $45B C-band auction in 2021,this is a one-time structural drag, not a deterioration in the business.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Flat Asset Turnover at 0.35x is sector-normal, telecom is a "build it and they come" model; assets generate value over decades, not quarters.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Declining ROE from 30% → 18% is largely a denominator effect, more equity/debt on the balance sheet from 5G, not weaker earnings generation.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latin typeface="Source Sans Pro"/>
                <a:ea typeface="Source Sans Pro"/>
              </a:rPr>
              <a:t>Verizon trails BCE and Rogers on this scoring, largely reflecting lower returns driven by its heavier debt burden and ongoing network investment cycle.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O"/>
          </a:p>
          <a:p>
            <a:endParaRPr lang="es-CO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3800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Notes </a:t>
            </a:r>
            <a:r>
              <a:rPr lang="es-CO" err="1"/>
              <a:t>when</a:t>
            </a:r>
            <a:r>
              <a:rPr lang="es-CO"/>
              <a:t> </a:t>
            </a:r>
            <a:r>
              <a:rPr lang="es-CO" err="1"/>
              <a:t>presenting</a:t>
            </a:r>
            <a:r>
              <a:rPr lang="es-CO"/>
              <a:t>:</a:t>
            </a:r>
          </a:p>
          <a:p>
            <a:endParaRPr lang="es-CO"/>
          </a:p>
          <a:p>
            <a:r>
              <a:rPr lang="es-CO"/>
              <a:t>Note </a:t>
            </a:r>
            <a:r>
              <a:rPr lang="es-CO" err="1"/>
              <a:t>the</a:t>
            </a:r>
            <a:r>
              <a:rPr lang="es-CO"/>
              <a:t> </a:t>
            </a:r>
            <a:r>
              <a:rPr lang="es-CO" err="1"/>
              <a:t>high</a:t>
            </a:r>
            <a:r>
              <a:rPr lang="es-CO"/>
              <a:t> </a:t>
            </a:r>
            <a:r>
              <a:rPr lang="es-CO" err="1"/>
              <a:t>Debt</a:t>
            </a:r>
            <a:r>
              <a:rPr lang="es-CO"/>
              <a:t>/EBITDA </a:t>
            </a:r>
            <a:r>
              <a:rPr lang="es-CO" err="1"/>
              <a:t>is</a:t>
            </a:r>
            <a:r>
              <a:rPr lang="es-CO"/>
              <a:t> </a:t>
            </a:r>
            <a:r>
              <a:rPr lang="es-CO" err="1"/>
              <a:t>constant</a:t>
            </a:r>
            <a:r>
              <a:rPr lang="es-CO"/>
              <a:t>, </a:t>
            </a:r>
            <a:r>
              <a:rPr lang="es-CO" err="1"/>
              <a:t>not</a:t>
            </a:r>
            <a:r>
              <a:rPr lang="es-CO"/>
              <a:t> </a:t>
            </a:r>
            <a:r>
              <a:rPr lang="es-CO" err="1"/>
              <a:t>affected</a:t>
            </a:r>
            <a:r>
              <a:rPr lang="es-CO"/>
              <a:t> </a:t>
            </a:r>
            <a:r>
              <a:rPr lang="es-CO" err="1"/>
              <a:t>by</a:t>
            </a:r>
            <a:r>
              <a:rPr lang="es-CO"/>
              <a:t> </a:t>
            </a:r>
            <a:r>
              <a:rPr lang="es-CO" err="1"/>
              <a:t>leverage</a:t>
            </a:r>
            <a:r>
              <a:rPr lang="es-CO"/>
              <a:t> </a:t>
            </a:r>
            <a:r>
              <a:rPr lang="es-CO" err="1"/>
              <a:t>taken</a:t>
            </a:r>
            <a:r>
              <a:rPr lang="es-CO"/>
              <a:t> </a:t>
            </a:r>
            <a:r>
              <a:rPr lang="es-CO" err="1"/>
              <a:t>to</a:t>
            </a:r>
            <a:r>
              <a:rPr lang="es-CO"/>
              <a:t> </a:t>
            </a:r>
            <a:r>
              <a:rPr lang="es-CO" err="1"/>
              <a:t>enter</a:t>
            </a:r>
            <a:r>
              <a:rPr lang="es-CO"/>
              <a:t> 5G.</a:t>
            </a:r>
          </a:p>
          <a:p>
            <a:endParaRPr lang="es-CO"/>
          </a:p>
          <a:p>
            <a:r>
              <a:rPr lang="es-CO"/>
              <a:t>D/E </a:t>
            </a:r>
            <a:r>
              <a:rPr lang="es-CO" err="1"/>
              <a:t>of</a:t>
            </a:r>
            <a:r>
              <a:rPr lang="es-CO"/>
              <a:t> 1 </a:t>
            </a:r>
            <a:r>
              <a:rPr lang="es-CO" err="1"/>
              <a:t>means</a:t>
            </a:r>
            <a:r>
              <a:rPr lang="es-CO"/>
              <a:t> 50/50 </a:t>
            </a:r>
            <a:r>
              <a:rPr lang="es-CO" err="1"/>
              <a:t>financing</a:t>
            </a:r>
            <a:r>
              <a:rPr lang="es-CO"/>
              <a:t>.</a:t>
            </a:r>
          </a:p>
          <a:p>
            <a:endParaRPr lang="es-CO"/>
          </a:p>
          <a:p>
            <a:r>
              <a:rPr lang="es-CO"/>
              <a:t>E/A </a:t>
            </a:r>
            <a:r>
              <a:rPr lang="es-CO" err="1"/>
              <a:t>supports</a:t>
            </a:r>
            <a:r>
              <a:rPr lang="es-CO"/>
              <a:t> </a:t>
            </a:r>
            <a:r>
              <a:rPr lang="es-CO" err="1"/>
              <a:t>the</a:t>
            </a:r>
            <a:r>
              <a:rPr lang="es-CO"/>
              <a:t> tesis </a:t>
            </a:r>
            <a:r>
              <a:rPr lang="es-CO" err="1"/>
              <a:t>that</a:t>
            </a:r>
            <a:r>
              <a:rPr lang="es-CO"/>
              <a:t> </a:t>
            </a:r>
            <a:r>
              <a:rPr lang="es-CO" err="1"/>
              <a:t>they</a:t>
            </a:r>
            <a:r>
              <a:rPr lang="es-CO"/>
              <a:t> </a:t>
            </a:r>
            <a:r>
              <a:rPr lang="es-CO" err="1"/>
              <a:t>maintain</a:t>
            </a:r>
            <a:r>
              <a:rPr lang="es-CO"/>
              <a:t> </a:t>
            </a:r>
            <a:r>
              <a:rPr lang="es-CO" err="1"/>
              <a:t>debt</a:t>
            </a:r>
            <a:r>
              <a:rPr lang="es-CO"/>
              <a:t> </a:t>
            </a:r>
            <a:r>
              <a:rPr lang="es-CO" err="1"/>
              <a:t>funded</a:t>
            </a:r>
            <a:r>
              <a:rPr lang="es-CO"/>
              <a:t> ventures.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4382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FWA (Fixed Wireless Access) – around 2% of Verizon’s Total Revenues but growing really explosively – 4.6M subscribers in 2024 with expected 9M in 2028. That’s where they compete with Comcast and Charter Communications. Further monetizing already existing infrastructure (towers), so the cost to acquire a customer is significantly lower – high margins.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Fios – physical fiber-optic cable running directly from the street to houses, delivering internet, television services. 9% of Verizon’s total revenues. Customer base growing steadily. It is very capital-intensive. Has high ARPU. The Frontier acquisition allowed to go from covering 9 states to 31. Broadband subs to go from 12.3M to 16.3M.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7327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5195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12BB-C8A1-0C48-A4D5-6C9BFD054F49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108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5.svg"/><Relationship Id="rId12" Type="http://schemas.openxmlformats.org/officeDocument/2006/relationships/image" Target="../media/image8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jpeg"/><Relationship Id="rId10" Type="http://schemas.microsoft.com/office/2007/relationships/hdphoto" Target="../media/hdphoto2.wdp"/><Relationship Id="rId4" Type="http://schemas.openxmlformats.org/officeDocument/2006/relationships/image" Target="../media/image2.emf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0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13.png"/><Relationship Id="rId4" Type="http://schemas.openxmlformats.org/officeDocument/2006/relationships/image" Target="../media/image2.emf"/><Relationship Id="rId9" Type="http://schemas.openxmlformats.org/officeDocument/2006/relationships/image" Target="../media/image12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hyperlink" Target="https://pmcnovasbe.com/" TargetMode="External"/><Relationship Id="rId18" Type="http://schemas.openxmlformats.org/officeDocument/2006/relationships/image" Target="../media/image21.sv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6" Type="http://schemas.openxmlformats.org/officeDocument/2006/relationships/hyperlink" Target="https://instagram.com/pmcnovasbe" TargetMode="External"/><Relationship Id="rId1" Type="http://schemas.openxmlformats.org/officeDocument/2006/relationships/tags" Target="../tags/tag5.xml"/><Relationship Id="rId6" Type="http://schemas.openxmlformats.org/officeDocument/2006/relationships/image" Target="../media/image15.svg"/><Relationship Id="rId11" Type="http://schemas.openxmlformats.org/officeDocument/2006/relationships/hyperlink" Target="https://www.linkedin.com/company/portfolio-management-club/" TargetMode="External"/><Relationship Id="rId5" Type="http://schemas.openxmlformats.org/officeDocument/2006/relationships/image" Target="../media/image14.png"/><Relationship Id="rId15" Type="http://schemas.microsoft.com/office/2007/relationships/hdphoto" Target="../media/hdphoto3.wdp"/><Relationship Id="rId10" Type="http://schemas.openxmlformats.org/officeDocument/2006/relationships/image" Target="../media/image17.png"/><Relationship Id="rId4" Type="http://schemas.openxmlformats.org/officeDocument/2006/relationships/image" Target="../media/image2.emf"/><Relationship Id="rId9" Type="http://schemas.openxmlformats.org/officeDocument/2006/relationships/image" Target="../media/image16.svg"/><Relationship Id="rId14" Type="http://schemas.openxmlformats.org/officeDocument/2006/relationships/image" Target="../media/image1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24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11.png"/><Relationship Id="rId5" Type="http://schemas.openxmlformats.org/officeDocument/2006/relationships/image" Target="../media/image23.jpeg"/><Relationship Id="rId4" Type="http://schemas.openxmlformats.org/officeDocument/2006/relationships/image" Target="../media/image2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2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24.svg"/><Relationship Id="rId5" Type="http://schemas.openxmlformats.org/officeDocument/2006/relationships/image" Target="../media/image11.png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4" Type="http://schemas.openxmlformats.org/officeDocument/2006/relationships/image" Target="../media/image2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2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2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4" Type="http://schemas.openxmlformats.org/officeDocument/2006/relationships/image" Target="../media/image2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2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4" Type="http://schemas.openxmlformats.org/officeDocument/2006/relationships/image" Target="../media/image2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6.xml"/><Relationship Id="rId4" Type="http://schemas.openxmlformats.org/officeDocument/2006/relationships/image" Target="../media/image2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A51E5F6-7FAD-2DA1-7915-E7183720EA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69905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51E5F6-7FAD-2DA1-7915-E7183720EA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F50B8DC-D645-604B-894D-098E1E4438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59" b="59"/>
          <a:stretch/>
        </p:blipFill>
        <p:spPr>
          <a:xfrm>
            <a:off x="7541591" y="4481"/>
            <a:ext cx="4650408" cy="6510528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20AF148-1CF0-5B44-AFD9-0DA37FFAC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888" y="2335025"/>
            <a:ext cx="5668748" cy="338554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rtl="0">
              <a:buNone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Author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7CFD2A-5F94-9E42-985D-3790077E6ABA}"/>
              </a:ext>
            </a:extLst>
          </p:cNvPr>
          <p:cNvSpPr/>
          <p:nvPr userDrawn="1"/>
        </p:nvSpPr>
        <p:spPr>
          <a:xfrm>
            <a:off x="1" y="6472800"/>
            <a:ext cx="12191999" cy="385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>
              <a:latin typeface=""/>
            </a:endParaRP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78D4AED6-9799-7E4A-A008-0F78FF2F7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3100680"/>
            <a:ext cx="5668748" cy="8881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rtl="0">
              <a:buNone/>
              <a:defRPr sz="7200" b="1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1A0B28-B7DF-054E-B28D-CF6207C26235}"/>
              </a:ext>
            </a:extLst>
          </p:cNvPr>
          <p:cNvSpPr/>
          <p:nvPr userDrawn="1"/>
        </p:nvSpPr>
        <p:spPr>
          <a:xfrm>
            <a:off x="623888" y="2835492"/>
            <a:ext cx="1304544" cy="149853"/>
          </a:xfrm>
          <a:prstGeom prst="rect">
            <a:avLst/>
          </a:prstGeom>
          <a:solidFill>
            <a:srgbClr val="1C2E41"/>
          </a:solidFill>
          <a:ln w="12700" cap="flat" cmpd="sng" algn="ctr">
            <a:solidFill>
              <a:srgbClr val="1C2E4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000" b="0" i="0" u="none" strike="noStrike" kern="0" cap="none" spc="0" normalizeH="0" baseline="0" noProof="0">
              <a:ln>
                <a:noFill/>
              </a:ln>
              <a:solidFill>
                <a:srgbClr val="1C2E41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D394D93-E88C-3C45-9E4C-365E36FC0E0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73850" y="-302385"/>
            <a:ext cx="2567741" cy="2227809"/>
          </a:xfrm>
          <a:prstGeom prst="rect">
            <a:avLst/>
          </a:prstGeom>
        </p:spPr>
      </p:pic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02C51BFA-9091-D94C-BC4C-782C8BF743C4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23888" y="5400000"/>
            <a:ext cx="2160000" cy="298330"/>
          </a:xfrm>
          <a:prstGeom prst="rect">
            <a:avLst/>
          </a:prstGeom>
        </p:spPr>
        <p:txBody>
          <a:bodyPr lIns="0" tIns="0" rIns="0" bIns="0" anchor="ctr"/>
          <a:lstStyle>
            <a:lvl1pPr rtl="0">
              <a:defRPr sz="1400"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fld id="{8F56B0E5-528A-4C96-B133-8200A2AB068C}" type="datetime3">
              <a:rPr lang="en-US" smtClean="0"/>
              <a:t>20 April 2026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33641D1-6E5A-5DCC-DCEB-5836AEFAE9A2}"/>
              </a:ext>
            </a:extLst>
          </p:cNvPr>
          <p:cNvGrpSpPr/>
          <p:nvPr userDrawn="1"/>
        </p:nvGrpSpPr>
        <p:grpSpPr>
          <a:xfrm>
            <a:off x="623888" y="334065"/>
            <a:ext cx="2188095" cy="384342"/>
            <a:chOff x="366773" y="-544056"/>
            <a:chExt cx="2188095" cy="384342"/>
          </a:xfrm>
        </p:grpSpPr>
        <p:pic>
          <p:nvPicPr>
            <p:cNvPr id="2" name="Picture 1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73BB7D3D-0C0B-49AF-4BE5-D0CA26BE19B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rcRect b="34612"/>
            <a:stretch/>
          </p:blipFill>
          <p:spPr>
            <a:xfrm>
              <a:off x="366773" y="-544056"/>
              <a:ext cx="1223927" cy="379094"/>
            </a:xfrm>
            <a:prstGeom prst="rect">
              <a:avLst/>
            </a:prstGeom>
          </p:spPr>
        </p:pic>
        <p:pic>
          <p:nvPicPr>
            <p:cNvPr id="4" name="Picture 3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52ADFE13-E626-DB82-18DD-3AB3B52B762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rcRect l="23299" t="71164" b="-4133"/>
            <a:stretch/>
          </p:blipFill>
          <p:spPr>
            <a:xfrm>
              <a:off x="1616101" y="-350856"/>
              <a:ext cx="938767" cy="191142"/>
            </a:xfrm>
            <a:prstGeom prst="rect">
              <a:avLst/>
            </a:prstGeom>
          </p:spPr>
        </p:pic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035397D0-D944-9638-301A-E3E8A9C8ED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9697" t="35441" r="10143" b="36355"/>
          <a:stretch/>
        </p:blipFill>
        <p:spPr>
          <a:xfrm>
            <a:off x="10960443" y="6574568"/>
            <a:ext cx="672756" cy="20493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35E202-DF38-EAF5-3F62-6E0466A9441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 rtl="0"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4638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4BADC22-8B91-1165-F36E-C336BCE47E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411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BADC22-8B91-1165-F36E-C336BCE47E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F50B8DC-D645-604B-894D-098E1E4438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59" b="59"/>
          <a:stretch/>
        </p:blipFill>
        <p:spPr>
          <a:xfrm>
            <a:off x="7541591" y="4481"/>
            <a:ext cx="4650408" cy="6510528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20AF148-1CF0-5B44-AFD9-0DA37FFAC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888" y="2335025"/>
            <a:ext cx="5668748" cy="338554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rtl="0">
              <a:buNone/>
              <a:defRPr sz="1600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Author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7CFD2A-5F94-9E42-985D-3790077E6ABA}"/>
              </a:ext>
            </a:extLst>
          </p:cNvPr>
          <p:cNvSpPr/>
          <p:nvPr userDrawn="1"/>
        </p:nvSpPr>
        <p:spPr>
          <a:xfrm>
            <a:off x="1" y="6472800"/>
            <a:ext cx="12191999" cy="38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>
              <a:latin typeface=""/>
            </a:endParaRP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78D4AED6-9799-7E4A-A008-0F78FF2F7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3100680"/>
            <a:ext cx="5668748" cy="8881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rtl="0">
              <a:buNone/>
              <a:defRPr sz="7200" b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Section Name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1A0B28-B7DF-054E-B28D-CF6207C26235}"/>
              </a:ext>
            </a:extLst>
          </p:cNvPr>
          <p:cNvSpPr/>
          <p:nvPr userDrawn="1"/>
        </p:nvSpPr>
        <p:spPr>
          <a:xfrm>
            <a:off x="623888" y="2835492"/>
            <a:ext cx="1304544" cy="14985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000" b="0" i="0" u="none" strike="noStrike" kern="0" cap="none" spc="0" normalizeH="0" baseline="0" noProof="0">
              <a:ln>
                <a:noFill/>
              </a:ln>
              <a:solidFill>
                <a:srgbClr val="1C2E41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D394D93-E88C-3C45-9E4C-365E36FC0E0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73850" y="-302385"/>
            <a:ext cx="2567741" cy="2227809"/>
          </a:xfrm>
          <a:prstGeom prst="rect">
            <a:avLst/>
          </a:prstGeom>
        </p:spPr>
      </p:pic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02C51BFA-9091-D94C-BC4C-782C8BF743C4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23888" y="5400000"/>
            <a:ext cx="2160000" cy="298330"/>
          </a:xfrm>
          <a:prstGeom prst="rect">
            <a:avLst/>
          </a:prstGeom>
        </p:spPr>
        <p:txBody>
          <a:bodyPr lIns="0" tIns="0" rIns="0" bIns="0" anchor="ctr"/>
          <a:lstStyle>
            <a:lvl1pPr rtl="0">
              <a:defRPr sz="1400" b="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fld id="{A58C32FD-F6C3-40C6-86E7-87945BFEFEDD}" type="datetime3">
              <a:rPr lang="en-US" smtClean="0"/>
              <a:t>20 April 2026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35397D0-D944-9638-301A-E3E8A9C8ED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9697" t="35441" r="10143" b="36355"/>
          <a:stretch/>
        </p:blipFill>
        <p:spPr>
          <a:xfrm>
            <a:off x="10960443" y="6574568"/>
            <a:ext cx="672756" cy="20493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E201FE2-6F99-3895-488F-2A708C1F3016}"/>
              </a:ext>
            </a:extLst>
          </p:cNvPr>
          <p:cNvGrpSpPr/>
          <p:nvPr userDrawn="1"/>
        </p:nvGrpSpPr>
        <p:grpSpPr>
          <a:xfrm>
            <a:off x="638939" y="340062"/>
            <a:ext cx="2188095" cy="384342"/>
            <a:chOff x="366773" y="-544056"/>
            <a:chExt cx="2188095" cy="384342"/>
          </a:xfrm>
        </p:grpSpPr>
        <p:pic>
          <p:nvPicPr>
            <p:cNvPr id="9" name="Picture 8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C10FB58E-8B48-260E-0631-6DE405DB704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/>
            <a:srcRect b="34612"/>
            <a:stretch/>
          </p:blipFill>
          <p:spPr>
            <a:xfrm>
              <a:off x="366773" y="-544056"/>
              <a:ext cx="1223927" cy="379094"/>
            </a:xfrm>
            <a:prstGeom prst="rect">
              <a:avLst/>
            </a:prstGeom>
          </p:spPr>
        </p:pic>
        <p:pic>
          <p:nvPicPr>
            <p:cNvPr id="10" name="Picture 9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E979103C-752D-2240-7778-9BF48C77C91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/>
            <a:srcRect l="23299" t="71164" b="-4133"/>
            <a:stretch/>
          </p:blipFill>
          <p:spPr>
            <a:xfrm>
              <a:off x="1616101" y="-350856"/>
              <a:ext cx="938767" cy="191142"/>
            </a:xfrm>
            <a:prstGeom prst="rect">
              <a:avLst/>
            </a:prstGeom>
          </p:spPr>
        </p:pic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304410-A6B3-F4E1-364D-62874F9EB57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9300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A1BF8B9-60F6-A800-5546-C72B272F55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740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A1BF8B9-60F6-A800-5546-C72B272F55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817CFD2A-5F94-9E42-985D-3790077E6ABA}"/>
              </a:ext>
            </a:extLst>
          </p:cNvPr>
          <p:cNvSpPr/>
          <p:nvPr userDrawn="1"/>
        </p:nvSpPr>
        <p:spPr>
          <a:xfrm>
            <a:off x="1" y="6472800"/>
            <a:ext cx="12191999" cy="38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>
              <a:latin typeface="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D394D93-E88C-3C45-9E4C-365E36FC0E0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6862" b="6862"/>
          <a:stretch/>
        </p:blipFill>
        <p:spPr>
          <a:xfrm>
            <a:off x="3414542" y="1102528"/>
            <a:ext cx="5362666" cy="4652944"/>
          </a:xfrm>
          <a:prstGeom prst="rect">
            <a:avLst/>
          </a:prstGeom>
        </p:spPr>
      </p:pic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02C51BFA-9091-D94C-BC4C-782C8BF743C4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9768113" y="6091200"/>
            <a:ext cx="1800000" cy="298330"/>
          </a:xfrm>
          <a:prstGeom prst="rect">
            <a:avLst/>
          </a:prstGeom>
        </p:spPr>
        <p:txBody>
          <a:bodyPr lIns="0" tIns="0" rIns="0" bIns="0" anchor="ctr"/>
          <a:lstStyle>
            <a:lvl1pPr algn="r" rtl="0">
              <a:defRPr sz="1400" b="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fld id="{E502F732-5730-491B-BB63-AA5941B89AA0}" type="datetime3">
              <a:rPr lang="en-US" smtClean="0"/>
              <a:t>20 April 2026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60402A-22A7-0E9F-A26F-E6C9AF96C8C9}"/>
              </a:ext>
            </a:extLst>
          </p:cNvPr>
          <p:cNvGrpSpPr/>
          <p:nvPr userDrawn="1"/>
        </p:nvGrpSpPr>
        <p:grpSpPr>
          <a:xfrm>
            <a:off x="623888" y="340062"/>
            <a:ext cx="2188095" cy="384342"/>
            <a:chOff x="366773" y="-544056"/>
            <a:chExt cx="2188095" cy="384342"/>
          </a:xfrm>
        </p:grpSpPr>
        <p:pic>
          <p:nvPicPr>
            <p:cNvPr id="9" name="Picture 8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29C2443F-15EC-94F8-4104-98EB21E77BE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b="34612"/>
            <a:stretch/>
          </p:blipFill>
          <p:spPr>
            <a:xfrm>
              <a:off x="366773" y="-544056"/>
              <a:ext cx="1223927" cy="379094"/>
            </a:xfrm>
            <a:prstGeom prst="rect">
              <a:avLst/>
            </a:prstGeom>
          </p:spPr>
        </p:pic>
        <p:pic>
          <p:nvPicPr>
            <p:cNvPr id="10" name="Picture 9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8535D1C3-DA37-7111-A4BE-7103FAAE15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23299" t="71164" b="-4133"/>
            <a:stretch/>
          </p:blipFill>
          <p:spPr>
            <a:xfrm>
              <a:off x="1616101" y="-350856"/>
              <a:ext cx="938767" cy="191142"/>
            </a:xfrm>
            <a:prstGeom prst="rect">
              <a:avLst/>
            </a:prstGeom>
          </p:spPr>
        </p:pic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FED381D6-367A-1A31-9119-35D195A1A8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9697" t="35441" r="10143" b="36355"/>
          <a:stretch/>
        </p:blipFill>
        <p:spPr>
          <a:xfrm>
            <a:off x="10960443" y="6573600"/>
            <a:ext cx="672756" cy="2049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95C259-E5CF-4A65-A2E4-E00B74B9CE34}"/>
              </a:ext>
            </a:extLst>
          </p:cNvPr>
          <p:cNvSpPr txBox="1"/>
          <p:nvPr userDrawn="1"/>
        </p:nvSpPr>
        <p:spPr>
          <a:xfrm>
            <a:off x="3875189" y="6091200"/>
            <a:ext cx="44413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GB" sz="900" i="1">
                <a:solidFill>
                  <a:schemeClr val="bg1"/>
                </a:solidFill>
                <a:latin typeface="Source Sans Pro" panose="020B0503030403020204" pitchFamily="34" charset="0"/>
              </a:rPr>
              <a:t>Copyright © 2025 by Portfolio Management Club. All Rights Reserved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1524F6B-06E3-5D71-6DB8-FFC1E693CA3F}"/>
              </a:ext>
            </a:extLst>
          </p:cNvPr>
          <p:cNvGrpSpPr/>
          <p:nvPr userDrawn="1"/>
        </p:nvGrpSpPr>
        <p:grpSpPr>
          <a:xfrm>
            <a:off x="4638386" y="5296824"/>
            <a:ext cx="2132114" cy="276999"/>
            <a:chOff x="4739009" y="5296824"/>
            <a:chExt cx="2132114" cy="276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E70F58C-44DE-1B31-304C-8F8AEDF039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/>
            <a:stretch/>
          </p:blipFill>
          <p:spPr>
            <a:xfrm>
              <a:off x="4739009" y="5345323"/>
              <a:ext cx="180000" cy="180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8DF7EE-B6DE-426B-AAAA-E3A0E2254451}"/>
                </a:ext>
              </a:extLst>
            </p:cNvPr>
            <p:cNvSpPr txBox="1"/>
            <p:nvPr/>
          </p:nvSpPr>
          <p:spPr>
            <a:xfrm>
              <a:off x="4921550" y="5296824"/>
              <a:ext cx="19495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r>
                <a:rPr lang="en-GB" sz="1200" b="0" i="0" strike="noStrike">
                  <a:solidFill>
                    <a:schemeClr val="accent3">
                      <a:lumMod val="20000"/>
                      <a:lumOff val="80000"/>
                    </a:schemeClr>
                  </a:solidFill>
                  <a:effectLst/>
                  <a:latin typeface="Source Sans Pro" panose="020B0503030403020204" pitchFamily="34" charset="0"/>
                  <a:hlinkClick r:id="rId11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Portfolio Management Club</a:t>
              </a:r>
              <a:endParaRPr lang="en-GB" sz="1200" b="0" i="0" strike="noStrike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0165840-7DFD-EB50-D81E-45AEB0696C4F}"/>
              </a:ext>
            </a:extLst>
          </p:cNvPr>
          <p:cNvGrpSpPr/>
          <p:nvPr userDrawn="1"/>
        </p:nvGrpSpPr>
        <p:grpSpPr>
          <a:xfrm>
            <a:off x="7689615" y="5296824"/>
            <a:ext cx="1472341" cy="276999"/>
            <a:chOff x="7387095" y="5296824"/>
            <a:chExt cx="1472341" cy="276999"/>
          </a:xfrm>
        </p:grpSpPr>
        <p:pic>
          <p:nvPicPr>
            <p:cNvPr id="12" name="Picture 11" descr="A white square with black text&#10;&#10;Description automatically generated">
              <a:extLst>
                <a:ext uri="{FF2B5EF4-FFF2-40B4-BE49-F238E27FC236}">
                  <a16:creationId xmlns:a16="http://schemas.microsoft.com/office/drawing/2014/main" id="{E7B957E1-DE0A-966D-AD4C-5D003D53C9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/>
            <a:stretch/>
          </p:blipFill>
          <p:spPr>
            <a:xfrm>
              <a:off x="7387095" y="5343946"/>
              <a:ext cx="180000" cy="180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03D3071-C76E-51E0-9BF2-42BDDC106E91}"/>
                </a:ext>
              </a:extLst>
            </p:cNvPr>
            <p:cNvSpPr txBox="1"/>
            <p:nvPr/>
          </p:nvSpPr>
          <p:spPr>
            <a:xfrm>
              <a:off x="7567095" y="5296824"/>
              <a:ext cx="1292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r>
                <a:rPr lang="en-GB" sz="1200" i="1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Source Sans Pro" panose="020B0503030403020204" pitchFamily="34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</a:t>
              </a:r>
              <a:r>
                <a:rPr lang="en-GB" sz="1200" b="0" i="1" u="none" strike="noStrike">
                  <a:solidFill>
                    <a:schemeClr val="accent3">
                      <a:lumMod val="20000"/>
                      <a:lumOff val="80000"/>
                    </a:schemeClr>
                  </a:solidFill>
                  <a:effectLst/>
                  <a:latin typeface="Source Sans Pro" panose="020B0503030403020204" pitchFamily="34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mcnovasbe.com</a:t>
              </a:r>
              <a:endParaRPr lang="en-GB" sz="1200" b="0" i="1" u="none" strike="noStrike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F58B84-21F9-59B5-BA41-18FBFCD4B0E6}"/>
              </a:ext>
            </a:extLst>
          </p:cNvPr>
          <p:cNvGrpSpPr/>
          <p:nvPr userDrawn="1"/>
        </p:nvGrpSpPr>
        <p:grpSpPr>
          <a:xfrm>
            <a:off x="10081071" y="5296824"/>
            <a:ext cx="1191815" cy="276999"/>
            <a:chOff x="9256045" y="5296824"/>
            <a:chExt cx="1191815" cy="276999"/>
          </a:xfrm>
        </p:grpSpPr>
        <p:pic>
          <p:nvPicPr>
            <p:cNvPr id="15" name="Picture 2" descr="Instagram icons for free download | Freepik">
              <a:extLst>
                <a:ext uri="{FF2B5EF4-FFF2-40B4-BE49-F238E27FC236}">
                  <a16:creationId xmlns:a16="http://schemas.microsoft.com/office/drawing/2014/main" id="{52DDDE78-777B-5CB0-F961-6B1BECBFE67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9256045" y="5345323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E6A8107-A61D-0335-4525-269352D94F43}"/>
                </a:ext>
              </a:extLst>
            </p:cNvPr>
            <p:cNvSpPr txBox="1"/>
            <p:nvPr/>
          </p:nvSpPr>
          <p:spPr>
            <a:xfrm>
              <a:off x="9436045" y="5296824"/>
              <a:ext cx="10118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r>
                <a:rPr lang="en-GB" sz="1200" b="0" i="0" u="none" strike="noStrike" err="1">
                  <a:solidFill>
                    <a:schemeClr val="accent3">
                      <a:lumMod val="20000"/>
                      <a:lumOff val="80000"/>
                    </a:schemeClr>
                  </a:solidFill>
                  <a:effectLst/>
                  <a:latin typeface="Source Sans Pro" panose="020B0503030403020204" pitchFamily="34" charset="0"/>
                  <a:hlinkClick r:id="rId1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pmcnovasbe</a:t>
              </a:r>
              <a:endParaRPr lang="en-GB" sz="1200" b="0" i="0" u="none" strike="noStrike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0982A6-B09D-DBF9-8B70-708C1889ECBB}"/>
              </a:ext>
            </a:extLst>
          </p:cNvPr>
          <p:cNvGrpSpPr/>
          <p:nvPr userDrawn="1"/>
        </p:nvGrpSpPr>
        <p:grpSpPr>
          <a:xfrm>
            <a:off x="919115" y="5296824"/>
            <a:ext cx="2800156" cy="276999"/>
            <a:chOff x="1422881" y="5296824"/>
            <a:chExt cx="2800156" cy="27699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F66E98B-B312-ADA3-3F72-1CE5E7324F5F}"/>
                </a:ext>
              </a:extLst>
            </p:cNvPr>
            <p:cNvSpPr txBox="1"/>
            <p:nvPr/>
          </p:nvSpPr>
          <p:spPr>
            <a:xfrm>
              <a:off x="1648293" y="5296824"/>
              <a:ext cx="25747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rtl="0"/>
              <a:r>
                <a:rPr lang="en-GB" sz="1200" b="0" i="0" u="none" strike="noStrike">
                  <a:solidFill>
                    <a:schemeClr val="accent3">
                      <a:lumMod val="20000"/>
                      <a:lumOff val="80000"/>
                    </a:schemeClr>
                  </a:solidFill>
                  <a:effectLst/>
                  <a:latin typeface="Source Sans Pro" panose="020B0503030403020204" pitchFamily="34" charset="0"/>
                </a:rPr>
                <a:t>R. da Holanda 1, 2775-405 </a:t>
              </a:r>
              <a:r>
                <a:rPr lang="en-GB" sz="1200" b="0" i="0" u="none" strike="noStrike" err="1">
                  <a:solidFill>
                    <a:schemeClr val="accent3">
                      <a:lumMod val="20000"/>
                      <a:lumOff val="80000"/>
                    </a:schemeClr>
                  </a:solidFill>
                  <a:effectLst/>
                  <a:latin typeface="Source Sans Pro" panose="020B0503030403020204" pitchFamily="34" charset="0"/>
                </a:rPr>
                <a:t>Carcavelos</a:t>
              </a:r>
              <a:endParaRPr lang="en-GB" sz="1200" b="0" i="0" u="none" strike="noStrike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Source Sans Pro" panose="020B0503030403020204" pitchFamily="34" charset="0"/>
              </a:endParaRPr>
            </a:p>
          </p:txBody>
        </p:sp>
        <p:pic>
          <p:nvPicPr>
            <p:cNvPr id="22" name="Graphic 21" descr="Marker with solid fill">
              <a:extLst>
                <a:ext uri="{FF2B5EF4-FFF2-40B4-BE49-F238E27FC236}">
                  <a16:creationId xmlns:a16="http://schemas.microsoft.com/office/drawing/2014/main" id="{E319BFF2-987B-CBB5-BA44-BBC2F71557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>
              <a:off x="1422881" y="5312350"/>
              <a:ext cx="243192" cy="243192"/>
            </a:xfrm>
            <a:prstGeom prst="rect">
              <a:avLst/>
            </a:prstGeom>
          </p:spPr>
        </p:pic>
      </p:grp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DC371E12-7FC5-C5E8-C30B-64E345228D1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 rtl="0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042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9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447CF257-5F80-408A-1EEC-CEA13F73623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97946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7CF257-5F80-408A-1EEC-CEA13F7362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C21E5CB6-C601-20BF-8FCC-6F44194B980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rcRect t="8113" b="7380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1C35B8-5C5C-40F3-D763-7A75ED9BFD47}"/>
              </a:ext>
            </a:extLst>
          </p:cNvPr>
          <p:cNvSpPr txBox="1"/>
          <p:nvPr userDrawn="1"/>
        </p:nvSpPr>
        <p:spPr>
          <a:xfrm>
            <a:off x="4830105" y="824249"/>
            <a:ext cx="26264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GB" sz="4800" b="1">
                <a:solidFill>
                  <a:srgbClr val="1C2E4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AGENDA</a:t>
            </a:r>
            <a:endParaRPr lang="en-GB" sz="5400" b="1">
              <a:solidFill>
                <a:srgbClr val="1C2E4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818FA6D-5A0A-D3D9-9937-77546E4691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68246" y="1726973"/>
            <a:ext cx="7188200" cy="584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 rtl="0">
              <a:buNone/>
              <a:defRPr sz="2200" b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Topic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A749559-2352-6574-EB69-93E4EF25DC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68246" y="2713625"/>
            <a:ext cx="7188200" cy="584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 rtl="0">
              <a:buNone/>
              <a:defRPr sz="2200" b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Topic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AF6CF76-BBE9-0618-D721-CB65076BA63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68246" y="4686929"/>
            <a:ext cx="7188200" cy="584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 rtl="0">
              <a:buNone/>
              <a:defRPr sz="2200" b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Topic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DD4FD0C-51EA-0090-579B-82026098FD1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68246" y="3700277"/>
            <a:ext cx="7188200" cy="584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 rtl="0">
              <a:buNone/>
              <a:defRPr sz="2200" b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Topic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EFCBA67-5DAD-5787-E110-862C0EA6C5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68246" y="5673582"/>
            <a:ext cx="7188200" cy="584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 rtl="0">
              <a:buNone/>
              <a:defRPr sz="2200" b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Topic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B7B6ED6-5442-6F22-899C-A6BE239E7D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9697" t="35441" r="10143" b="36355"/>
          <a:stretch/>
        </p:blipFill>
        <p:spPr>
          <a:xfrm>
            <a:off x="10960443" y="6574568"/>
            <a:ext cx="672756" cy="20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856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707F462-509C-A24D-6997-DD4624FD46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825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07F462-509C-A24D-6997-DD4624FD46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4472A01-F8C9-628F-1D93-164AE4BAF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7999" y="508000"/>
            <a:ext cx="11204575" cy="521661"/>
          </a:xfrm>
          <a:prstGeom prst="rect">
            <a:avLst/>
          </a:prstGeom>
        </p:spPr>
        <p:txBody>
          <a:bodyPr lIns="0" tIns="0" rIns="0" bIns="0" anchor="t"/>
          <a:lstStyle>
            <a:lvl1pPr marL="0" indent="0" rtl="0">
              <a:buNone/>
              <a:defRPr sz="4000" b="1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TEAM</a:t>
            </a:r>
          </a:p>
        </p:txBody>
      </p:sp>
      <p:sp>
        <p:nvSpPr>
          <p:cNvPr id="64" name="Text Placeholder 12">
            <a:extLst>
              <a:ext uri="{FF2B5EF4-FFF2-40B4-BE49-F238E27FC236}">
                <a16:creationId xmlns:a16="http://schemas.microsoft.com/office/drawing/2014/main" id="{B3F06063-F9BA-94C5-C6F5-E9458373FF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60586" y="1274335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800" b="1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65" name="Text Placeholder 12">
            <a:extLst>
              <a:ext uri="{FF2B5EF4-FFF2-40B4-BE49-F238E27FC236}">
                <a16:creationId xmlns:a16="http://schemas.microsoft.com/office/drawing/2014/main" id="{0C3681CA-A76A-1F93-992A-4280AF63800A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2160586" y="1643797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Role</a:t>
            </a:r>
          </a:p>
        </p:txBody>
      </p:sp>
      <p:sp>
        <p:nvSpPr>
          <p:cNvPr id="66" name="Text Placeholder 12">
            <a:extLst>
              <a:ext uri="{FF2B5EF4-FFF2-40B4-BE49-F238E27FC236}">
                <a16:creationId xmlns:a16="http://schemas.microsoft.com/office/drawing/2014/main" id="{CE8541F0-DBBE-1F14-20B5-14F2122C9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60586" y="2013256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0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(+351) 912 234 567</a:t>
            </a:r>
          </a:p>
        </p:txBody>
      </p:sp>
      <p:sp>
        <p:nvSpPr>
          <p:cNvPr id="70" name="Text Placeholder 12">
            <a:extLst>
              <a:ext uri="{FF2B5EF4-FFF2-40B4-BE49-F238E27FC236}">
                <a16:creationId xmlns:a16="http://schemas.microsoft.com/office/drawing/2014/main" id="{9C75CB15-AAE5-D78F-FCC0-53E93C5D62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60586" y="2382720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0" u="sng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LinkedIn</a:t>
            </a:r>
          </a:p>
        </p:txBody>
      </p:sp>
      <p:sp>
        <p:nvSpPr>
          <p:cNvPr id="71" name="Text Placeholder 12">
            <a:extLst>
              <a:ext uri="{FF2B5EF4-FFF2-40B4-BE49-F238E27FC236}">
                <a16:creationId xmlns:a16="http://schemas.microsoft.com/office/drawing/2014/main" id="{71CFE95F-B9F4-36E1-728B-09CC02E35F9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60586" y="3109677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800" b="1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72" name="Text Placeholder 12">
            <a:extLst>
              <a:ext uri="{FF2B5EF4-FFF2-40B4-BE49-F238E27FC236}">
                <a16:creationId xmlns:a16="http://schemas.microsoft.com/office/drawing/2014/main" id="{3C2B2DF4-5D5B-34EC-D510-8A2461C9F83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160586" y="3479139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Role</a:t>
            </a:r>
          </a:p>
        </p:txBody>
      </p:sp>
      <p:sp>
        <p:nvSpPr>
          <p:cNvPr id="73" name="Text Placeholder 12">
            <a:extLst>
              <a:ext uri="{FF2B5EF4-FFF2-40B4-BE49-F238E27FC236}">
                <a16:creationId xmlns:a16="http://schemas.microsoft.com/office/drawing/2014/main" id="{AAF9616E-EAD3-FBDF-3BD5-70291E66324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60586" y="3848597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0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(+351) 912 234 567</a:t>
            </a:r>
          </a:p>
        </p:txBody>
      </p:sp>
      <p:sp>
        <p:nvSpPr>
          <p:cNvPr id="74" name="Text Placeholder 12">
            <a:extLst>
              <a:ext uri="{FF2B5EF4-FFF2-40B4-BE49-F238E27FC236}">
                <a16:creationId xmlns:a16="http://schemas.microsoft.com/office/drawing/2014/main" id="{B566072A-F0C7-C063-B3B0-A6B82567668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60586" y="4218058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0" u="sng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LinkedIn</a:t>
            </a:r>
          </a:p>
        </p:txBody>
      </p:sp>
      <p:sp>
        <p:nvSpPr>
          <p:cNvPr id="75" name="Text Placeholder 12">
            <a:extLst>
              <a:ext uri="{FF2B5EF4-FFF2-40B4-BE49-F238E27FC236}">
                <a16:creationId xmlns:a16="http://schemas.microsoft.com/office/drawing/2014/main" id="{D66DC640-01EA-1206-31A8-186E9F67A95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60586" y="4919619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800" b="1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76" name="Text Placeholder 12">
            <a:extLst>
              <a:ext uri="{FF2B5EF4-FFF2-40B4-BE49-F238E27FC236}">
                <a16:creationId xmlns:a16="http://schemas.microsoft.com/office/drawing/2014/main" id="{4305D7E6-DE7C-919D-1C49-F352DC239E2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160586" y="5289081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Role</a:t>
            </a:r>
          </a:p>
        </p:txBody>
      </p:sp>
      <p:sp>
        <p:nvSpPr>
          <p:cNvPr id="83" name="Text Placeholder 12">
            <a:extLst>
              <a:ext uri="{FF2B5EF4-FFF2-40B4-BE49-F238E27FC236}">
                <a16:creationId xmlns:a16="http://schemas.microsoft.com/office/drawing/2014/main" id="{DD20FB11-AA61-5D0B-DFE7-519FB759613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160586" y="5658543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0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(+351) 912 234 567</a:t>
            </a:r>
          </a:p>
        </p:txBody>
      </p:sp>
      <p:sp>
        <p:nvSpPr>
          <p:cNvPr id="84" name="Text Placeholder 12">
            <a:extLst>
              <a:ext uri="{FF2B5EF4-FFF2-40B4-BE49-F238E27FC236}">
                <a16:creationId xmlns:a16="http://schemas.microsoft.com/office/drawing/2014/main" id="{1EA53A96-9E35-E8BA-9A02-2B810E6F9E0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160586" y="6028004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0" u="sng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LinkedIn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1C1E879-F012-5831-A453-D851E40E305E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>
          <a:xfrm>
            <a:off x="493266" y="1202318"/>
            <a:ext cx="1552575" cy="155416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rtl="0">
              <a:buNone/>
              <a:defRPr sz="1100">
                <a:solidFill>
                  <a:srgbClr val="1C2E41"/>
                </a:solidFill>
                <a:latin typeface=""/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EA59FA-4C21-CDDB-5BB4-E0F5DB2B46BC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>
          <a:xfrm>
            <a:off x="491001" y="3026866"/>
            <a:ext cx="1552575" cy="155416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rtl="0">
              <a:buNone/>
              <a:defRPr sz="1100">
                <a:solidFill>
                  <a:srgbClr val="1C2E41"/>
                </a:solidFill>
                <a:latin typeface=""/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680ECF07-92F6-6E96-07B6-805824D4A689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>
          <a:xfrm>
            <a:off x="491000" y="4851415"/>
            <a:ext cx="1552575" cy="155416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rtl="0">
              <a:buNone/>
              <a:defRPr sz="1100">
                <a:solidFill>
                  <a:srgbClr val="1C2E41"/>
                </a:solidFill>
                <a:latin typeface=""/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2B11AFB9-DD0F-FED6-2577-2A686693212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7894408" y="1274335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800" b="1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DB71E0F5-1A35-9979-24A8-A7C066DC8806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7894408" y="1643797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Role</a:t>
            </a: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C3E1A941-C399-5D56-1107-4612D1B53A6A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7894408" y="2013256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0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(+351) 912 234 567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1E39EB3C-7A3E-490E-575A-39474E81AAA6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7894408" y="2382720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0" u="sng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LinkedIn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372B9BED-A647-762C-1C74-CD2CBEC8FD28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7894408" y="3096977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800" b="1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4420E456-1A0C-0B33-2606-E0FA605C89F2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7894408" y="3466439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Role</a:t>
            </a:r>
          </a:p>
        </p:txBody>
      </p:sp>
      <p:sp>
        <p:nvSpPr>
          <p:cNvPr id="46" name="Text Placeholder 12">
            <a:extLst>
              <a:ext uri="{FF2B5EF4-FFF2-40B4-BE49-F238E27FC236}">
                <a16:creationId xmlns:a16="http://schemas.microsoft.com/office/drawing/2014/main" id="{E8AABC45-27B0-4077-BDB1-975288AA8C28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7894408" y="3835897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0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(+351) 912 234 567</a:t>
            </a:r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D05D84D5-D1DC-A5B8-D615-2E0D77D46184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7894408" y="4205358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0" u="sng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LinkedIn</a:t>
            </a:r>
          </a:p>
        </p:txBody>
      </p:sp>
      <p:sp>
        <p:nvSpPr>
          <p:cNvPr id="48" name="Text Placeholder 12">
            <a:extLst>
              <a:ext uri="{FF2B5EF4-FFF2-40B4-BE49-F238E27FC236}">
                <a16:creationId xmlns:a16="http://schemas.microsoft.com/office/drawing/2014/main" id="{25A06A13-ABD5-18D4-7DB4-D594DCBD6B80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7894408" y="4894219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800" b="1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54" name="Text Placeholder 12">
            <a:extLst>
              <a:ext uri="{FF2B5EF4-FFF2-40B4-BE49-F238E27FC236}">
                <a16:creationId xmlns:a16="http://schemas.microsoft.com/office/drawing/2014/main" id="{E3535358-87E7-A68F-4B28-DF2E2B1381E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7894408" y="5263681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Role</a:t>
            </a:r>
          </a:p>
        </p:txBody>
      </p:sp>
      <p:sp>
        <p:nvSpPr>
          <p:cNvPr id="55" name="Text Placeholder 12">
            <a:extLst>
              <a:ext uri="{FF2B5EF4-FFF2-40B4-BE49-F238E27FC236}">
                <a16:creationId xmlns:a16="http://schemas.microsoft.com/office/drawing/2014/main" id="{E776901F-E968-9255-B888-C5199000B3BD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7894408" y="5633143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0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(+351) 912 234 567</a:t>
            </a:r>
          </a:p>
        </p:txBody>
      </p: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8552007B-D31C-2D98-A94A-23B1D69CDE0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7894408" y="6002604"/>
            <a:ext cx="2880000" cy="317917"/>
          </a:xfrm>
          <a:prstGeom prst="rect">
            <a:avLst/>
          </a:prstGeom>
        </p:spPr>
        <p:txBody>
          <a:bodyPr/>
          <a:lstStyle>
            <a:lvl1pPr rtl="0">
              <a:buNone/>
              <a:defRPr sz="1600" b="0" i="0" u="sng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LinkedIn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1A9279AD-B45A-ACCA-2E6C-24733D2E254A}"/>
              </a:ext>
            </a:extLst>
          </p:cNvPr>
          <p:cNvSpPr>
            <a:spLocks noGrp="1"/>
          </p:cNvSpPr>
          <p:nvPr>
            <p:ph type="pic" sz="quarter" idx="114"/>
          </p:nvPr>
        </p:nvSpPr>
        <p:spPr>
          <a:xfrm>
            <a:off x="6227088" y="1202318"/>
            <a:ext cx="1552575" cy="155416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rtl="0">
              <a:buNone/>
              <a:defRPr sz="1100">
                <a:solidFill>
                  <a:srgbClr val="1C2E41"/>
                </a:solidFill>
                <a:latin typeface=""/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EB9C013A-0864-2E94-DE97-62EC191B5829}"/>
              </a:ext>
            </a:extLst>
          </p:cNvPr>
          <p:cNvSpPr>
            <a:spLocks noGrp="1"/>
          </p:cNvSpPr>
          <p:nvPr>
            <p:ph type="pic" sz="quarter" idx="115"/>
          </p:nvPr>
        </p:nvSpPr>
        <p:spPr>
          <a:xfrm>
            <a:off x="6224823" y="3026866"/>
            <a:ext cx="1552575" cy="155416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rtl="0">
              <a:buNone/>
              <a:defRPr sz="1100">
                <a:solidFill>
                  <a:srgbClr val="1C2E41"/>
                </a:solidFill>
                <a:latin typeface=""/>
              </a:defRPr>
            </a:lvl1pPr>
          </a:lstStyle>
          <a:p>
            <a:r>
              <a:rPr lang="en-GB"/>
              <a:t>Click icon to add picture</a:t>
            </a:r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E9DBC2EE-19C1-FC1A-B95F-D4EBB5B2093D}"/>
              </a:ext>
            </a:extLst>
          </p:cNvPr>
          <p:cNvSpPr>
            <a:spLocks noGrp="1"/>
          </p:cNvSpPr>
          <p:nvPr>
            <p:ph type="pic" sz="quarter" idx="116"/>
          </p:nvPr>
        </p:nvSpPr>
        <p:spPr>
          <a:xfrm>
            <a:off x="6224822" y="4851415"/>
            <a:ext cx="1552575" cy="155416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rtl="0">
              <a:buNone/>
              <a:defRPr sz="1100">
                <a:solidFill>
                  <a:srgbClr val="1C2E41"/>
                </a:solidFill>
                <a:latin typeface=""/>
              </a:defRPr>
            </a:lvl1pPr>
          </a:lstStyle>
          <a:p>
            <a:r>
              <a:rPr lang="en-GB"/>
              <a:t>Click icon to add picture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93EB3E3-8FAC-9990-1B36-533CA3364F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9697" t="35441" r="10143" b="36355"/>
          <a:stretch/>
        </p:blipFill>
        <p:spPr>
          <a:xfrm>
            <a:off x="10960443" y="6574568"/>
            <a:ext cx="672756" cy="204930"/>
          </a:xfrm>
          <a:prstGeom prst="rect">
            <a:avLst/>
          </a:prstGeom>
        </p:spPr>
      </p:pic>
      <p:pic>
        <p:nvPicPr>
          <p:cNvPr id="10" name="Picture 9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1206D0F0-B771-AFEB-A9C6-C598C51AC11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50000"/>
          </a:blip>
          <a:srcRect t="8113" b="7380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77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965FF41-064E-BC77-C540-F6D79B7B4E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66018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965FF41-064E-BC77-C540-F6D79B7B4E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2A278BB8-5F4C-704F-87CE-1865AADED1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66E48-CC26-2C2B-3E87-4516FDDE292B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90538" y="1449388"/>
            <a:ext cx="11232000" cy="4716462"/>
          </a:xfrm>
          <a:prstGeom prst="rect">
            <a:avLst/>
          </a:prstGeom>
          <a:noFill/>
        </p:spPr>
        <p:txBody>
          <a:bodyPr anchor="t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GB" dirty="0"/>
            </a:lvl1pPr>
          </a:lstStyle>
          <a:p>
            <a:pPr lvl="0"/>
            <a:r>
              <a:rPr lang="en-GB"/>
              <a:t>Content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CF771E0-235C-A474-43DC-EA72CD6A97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07096-264D-722F-3367-98155E8CBB5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>
            <a:lvl1pPr rtl="0">
              <a:defRPr/>
            </a:lvl1pPr>
          </a:lstStyle>
          <a:p>
            <a:fld id="{20F3293C-85E9-4C74-BD45-3D116C33127E}" type="datetime3">
              <a:rPr lang="en-US" smtClean="0"/>
              <a:t>20 April 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07132-55F6-1C30-2EA5-EEFD03DE3FEE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A8136D4-EBC9-BEA9-030E-9ECFC1C81E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1587144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E0991CB-E703-24ED-AF6D-2928579C56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5372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E0991CB-E703-24ED-AF6D-2928579C56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0AFB053B-C83E-914B-0895-3532F1491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A5335BB-EAF9-6D96-EE95-FEDA763EA6D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2D3F4C-1770-BFC9-740A-44FEF54D5B3F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>
            <a:lvl1pPr rtl="0">
              <a:defRPr/>
            </a:lvl1pPr>
          </a:lstStyle>
          <a:p>
            <a:fld id="{8A63E56A-C18E-4F89-9DBA-EB68C4270D8A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27B04A-A93A-3D89-6715-0192BC39800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0D2DD8F1-7DAF-B979-9A3C-7FD7B675208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3993433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No A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3146B4E-AF78-8A0C-9AF3-319BEE6307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6602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146B4E-AF78-8A0C-9AF3-319BEE6307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484503-57D6-60BA-4BBC-5E5BD5DD2147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80000" y="1159894"/>
            <a:ext cx="11232000" cy="500595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CB77D7-87EC-722D-7375-A9A4C966E3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A97AA-8157-6B6E-82A1-32C4BE7823AF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>
            <a:lvl1pPr rtl="0">
              <a:defRPr/>
            </a:lvl1pPr>
          </a:lstStyle>
          <a:p>
            <a:fld id="{755458A5-95FA-4993-B068-B4B55DC8D3F2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816FA4-0CD7-557C-9251-7F7F1E86DF6D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0B370CA-6580-C80E-5847-58C74B23FD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3621524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41F2130-EAE0-947F-0C3D-3E60370CD0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5468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1F2130-EAE0-947F-0C3D-3E60370CD0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DDEF-C31A-D30D-4B31-DF4667150E86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80000" y="1952625"/>
            <a:ext cx="11232000" cy="421322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48F69F9-9FA8-D684-C0BB-1FCAB0197C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000" y="1452326"/>
            <a:ext cx="11232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CCB887-3913-6185-76B3-6FE99A8BBC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CF561B3-060A-C225-A71D-0B8577BC209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D9991E-708D-C1BD-3070-8BE075595B7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>
            <a:lvl1pPr rtl="0">
              <a:defRPr/>
            </a:lvl1pPr>
          </a:lstStyle>
          <a:p>
            <a:fld id="{DDAECDE7-10DB-4778-9B2D-DA1F75956D2D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9FC6AB-1D11-5E7E-26E6-42533744D98F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81F4BCA5-5E5D-A7D5-907C-D9C6E501F0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1458473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Title Comm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929218B-34E5-D011-D7B1-BA42E9AABE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84697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29218B-34E5-D011-D7B1-BA42E9AABE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C6A0BF-A81E-B20F-C141-D0765E208914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1951200"/>
            <a:ext cx="11233150" cy="3265488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48F69F9-9FA8-D684-C0BB-1FCAB0197C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000" y="1452326"/>
            <a:ext cx="11232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2C173-6588-F693-F380-86675DAD51B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0000" y="5405673"/>
            <a:ext cx="11232000" cy="760177"/>
          </a:xfrm>
          <a:prstGeom prst="rect">
            <a:avLst/>
          </a:prstGeom>
          <a:solidFill>
            <a:schemeClr val="tx2"/>
          </a:solidFill>
          <a:ln w="12700">
            <a:solidFill>
              <a:schemeClr val="bg2">
                <a:lumMod val="20000"/>
                <a:lumOff val="80000"/>
              </a:schemeClr>
            </a:solidFill>
          </a:ln>
        </p:spPr>
        <p:txBody>
          <a:bodyPr lIns="90000" tIns="46800" rIns="90000" bIns="46800"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dirty="0"/>
            </a:lvl1pPr>
          </a:lstStyle>
          <a:p>
            <a:pPr lvl="0"/>
            <a:r>
              <a:rPr lang="en-GB"/>
              <a:t>Comment or Conclusion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FD7E9D-FCFE-AD1C-C725-60A512714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51D6D1F-2C1A-89D1-66CC-0FCADD92357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2833F-90DC-1567-6AE9-39A7D099BE5C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>
            <a:lvl1pPr rtl="0">
              <a:defRPr/>
            </a:lvl1pPr>
          </a:lstStyle>
          <a:p>
            <a:fld id="{642E394A-C3D0-4B8A-96B5-58348EF25A8D}" type="datetime3">
              <a:rPr lang="en-US" smtClean="0"/>
              <a:t>20 April 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DF28B-259F-4BEC-0C13-220DD1BC9C4F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024974F-B4BB-5415-006D-C5BEA613FAF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2346084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2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9111A7A-EFD7-2C51-FC54-9E04924837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49310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111A7A-EFD7-2C51-FC54-9E04924837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48F69F9-9FA8-D684-C0BB-1FCAB0197C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8800" y="1454263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7E216B1-FFFA-4C39-3DE4-4E95FB8AC65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55218" y="1454400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E8D7BB-AF97-0799-D0E5-03E8770B6B6F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9425" y="1951037"/>
            <a:ext cx="5255375" cy="421481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1CA82BB-1584-C1B1-D9DA-354BFD36FB8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456576" y="1951200"/>
            <a:ext cx="5255375" cy="421481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86E8A66-DEBB-1EA3-ED4B-AC3DCF1E72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2CEBB20-4AE8-7051-E6F3-86D1831B4C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7F3C9-4016-8E6E-10BE-8D28478AC191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>
            <a:lvl1pPr rtl="0">
              <a:defRPr/>
            </a:lvl1pPr>
          </a:lstStyle>
          <a:p>
            <a:fld id="{BD69ED9F-E93B-4FA5-AA95-8F795CFDE193}" type="datetime3">
              <a:rPr lang="en-US" smtClean="0"/>
              <a:t>20 April 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4A6D8-DE02-8085-26B0-78FA2ABABC2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6E627416-073E-2F72-4BE3-CDF28631CDE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4045193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2 Title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8BA440-52C1-B23F-4B08-A5860B05AB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8506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8BA440-52C1-B23F-4B08-A5860B05AB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82835669-14F0-9EAA-D48A-499CF4A50F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C78EAA80-B3AE-4B48-41A4-62BB521E46D5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9425" y="1951037"/>
            <a:ext cx="5255375" cy="4214813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8CDE1C0-CAC1-6B20-B132-81922A267FD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456576" y="1951037"/>
            <a:ext cx="5255375" cy="4214813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6498220-6B7B-E00F-AF09-28483903066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8800" y="1454263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E54364D-D38C-C064-D73F-F3C34310641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55218" y="1454400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85FCA67-AD17-2EF6-D279-09F766D1E05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282C1-F3F8-DFCA-A432-6D45E2410548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>
            <a:lvl1pPr rtl="0">
              <a:defRPr/>
            </a:lvl1pPr>
          </a:lstStyle>
          <a:p>
            <a:fld id="{607D8B34-5804-4283-83A4-8E203F64FDF2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44C58A-3446-2B46-CFA6-998DB47929C2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BA7BF8FD-B866-6FD8-43D4-8B1F5F98E20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526813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2 Titles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D81B437-E072-49C8-C86C-3879EE7893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11286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81B437-E072-49C8-C86C-3879EE7893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AC16FC-FF91-8D85-877B-D1EAD281A9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8800" y="1454263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469666D-E983-A264-F631-C7B0BBF4AA2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55218" y="1454400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CA3F7EF-865D-8778-C744-48A4DE7CCF29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79424" y="1951200"/>
            <a:ext cx="5256000" cy="2726547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68996E0A-5C0A-5F3E-420E-33CF6F4FE4AC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6456575" y="1951200"/>
            <a:ext cx="5256000" cy="2726547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FDEA56D-449A-9631-E4E8-38186B87D10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93712" y="4855109"/>
            <a:ext cx="52560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CC0452EC-9B02-D17D-51A6-A6C22942A45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456575" y="4853517"/>
            <a:ext cx="52560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93DA6647-64BF-A869-77C0-F2F932FB0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CB6CE76D-DEDC-C688-1EB0-4E82523F52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2B59D9-D23B-35B4-4FD2-C58D0FBA819A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>
            <a:lvl1pPr rtl="0">
              <a:defRPr/>
            </a:lvl1pPr>
          </a:lstStyle>
          <a:p>
            <a:fld id="{329A3675-FC67-4F24-954F-B851229CAA09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709C75-46D0-D617-6F5F-2E846BAA8D8A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D8CB944-A687-8483-82DA-A04034BE806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3648211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3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3071621-EB61-2A17-83F3-DFE5BB5157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6557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071621-EB61-2A17-83F3-DFE5BB5157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75E27B-EC39-B919-EDCE-97E791E920E4}"/>
              </a:ext>
            </a:extLst>
          </p:cNvPr>
          <p:cNvCxnSpPr>
            <a:cxnSpLocks/>
          </p:cNvCxnSpPr>
          <p:nvPr userDrawn="1"/>
        </p:nvCxnSpPr>
        <p:spPr>
          <a:xfrm>
            <a:off x="479425" y="6319035"/>
            <a:ext cx="1123314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3">
            <a:extLst>
              <a:ext uri="{FF2B5EF4-FFF2-40B4-BE49-F238E27FC236}">
                <a16:creationId xmlns:a16="http://schemas.microsoft.com/office/drawing/2014/main" id="{59878785-D777-C37B-39AF-551E7B713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85399B9-01FA-076E-52E3-FFB95BC755D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8800" y="1454263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113B8ADD-B703-4146-70FB-EE09EC224A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84888" y="1454400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E1F4202-442C-EE81-3146-56066356B766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9426" y="1951200"/>
            <a:ext cx="3621600" cy="421481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D1B91034-CD63-2A52-3F5A-C2999EF226E8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285880" y="1951200"/>
            <a:ext cx="3621600" cy="421481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52007FD-0AD1-EEB9-49F1-8A321BF777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90975" y="1454263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C76F1B01-BB14-D819-9EAC-44355AA7965C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092334" y="1951200"/>
            <a:ext cx="3621600" cy="421481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E05B9514-AECC-9C70-7732-84A2207B3C2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A35D00-198E-5163-B540-5C4B9593D94B}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>
            <a:lvl1pPr rtl="0">
              <a:defRPr/>
            </a:lvl1pPr>
          </a:lstStyle>
          <a:p>
            <a:fld id="{0A55220F-CF54-4A02-87CE-56FA65F62E27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7D4B59-2139-1F16-A0AB-455A0973B4A9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F2681AA0-9DAB-783A-A0A9-6FB89E3E2D0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275905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3 Title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CB78DD1-AF3E-B461-DF26-81E7CB467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82915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B78DD1-AF3E-B461-DF26-81E7CB467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23FF730C-A113-F4CF-C6C3-A55860B15E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51A4BA7-C958-1B87-3A40-F1CAF1EB32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8800" y="1454263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781A257-11CF-1626-7DB1-37D6F4691C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84888" y="1454400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26F51421-1648-5E83-5D44-30A2D6AB33D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9426" y="1951200"/>
            <a:ext cx="3621600" cy="4214813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5DE568BB-BE5B-5A44-E494-4C97AC43305D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285880" y="1951200"/>
            <a:ext cx="3621600" cy="4214813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4D3F413-0639-3D67-D41A-B8EF2350ED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90975" y="1454263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89336A37-9946-3BE3-8E71-8DCFDB129635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092334" y="1951200"/>
            <a:ext cx="3621600" cy="4214813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E6EAD12E-EBA8-33A6-9CDA-D585287324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9F3E39-163A-EC93-1B1D-7B144D790935}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>
            <a:lvl1pPr rtl="0">
              <a:defRPr/>
            </a:lvl1pPr>
          </a:lstStyle>
          <a:p>
            <a:fld id="{093C646B-83DB-44F6-964B-FE1E775C4AD6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F13DDA-A108-EBF8-E6AA-2C18CFA9C276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7435ABC3-6093-E44A-EBA3-DF0976B7FD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340552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3 Titles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D304FEF-91CA-DD00-A1AC-1BD0DFFEB6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4921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304FEF-91CA-DD00-A1AC-1BD0DFFEB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3">
            <a:extLst>
              <a:ext uri="{FF2B5EF4-FFF2-40B4-BE49-F238E27FC236}">
                <a16:creationId xmlns:a16="http://schemas.microsoft.com/office/drawing/2014/main" id="{1FF47CCE-C056-0BDA-6803-3090A156CC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CA557EAE-A80D-04AD-B28D-B154895E36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8800" y="1454263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CD7C5D7-C85F-ADD7-446E-6CA03D66150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84888" y="1454400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292B6093-6509-55F6-49D3-12C22EECA60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9426" y="1951201"/>
            <a:ext cx="3621600" cy="274606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34EDAA44-22B1-4139-FB74-2224367FFE98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285880" y="1951201"/>
            <a:ext cx="3621600" cy="274606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E85F5C9B-D90F-F269-C90B-C03D4E7AC31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90975" y="1454263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648B1213-6B9F-41C1-F690-82D0A837ECA2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092334" y="1951201"/>
            <a:ext cx="3621600" cy="274606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DF89AB45-8BA7-89FB-133E-9D5474D0B33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93712" y="4855110"/>
            <a:ext cx="36216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B1852E31-14BD-09CD-71BD-BAE61A01025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84888" y="4855110"/>
            <a:ext cx="36216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025B99E8-0802-0AED-B107-05ABAE8565F4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090975" y="4855110"/>
            <a:ext cx="36216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8BC83712-3C7F-1CDB-81F0-E2B5FB7DDC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F44AA-5146-F9FA-72C4-007EE4989264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>
            <a:lvl1pPr rtl="0">
              <a:defRPr/>
            </a:lvl1pPr>
          </a:lstStyle>
          <a:p>
            <a:fld id="{AF1DAF22-B7DB-4EC3-90DD-08ACA541DDD3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8F4283-9B8F-4C79-83D0-6420C2349477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ED5A345-81F1-0C4F-E926-A5893780B3B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3404022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Content Comm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9CE3A5A-15A8-A228-85DC-73F4AE034A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22209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CE3A5A-15A8-A228-85DC-73F4AE034A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3AF6978-AAF4-0844-0CD9-E7628A3B0F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73DB6DBA-21C7-C6B0-0073-A161FB591A2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1449388"/>
            <a:ext cx="11233150" cy="37673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5914C47-7CB5-8D03-3647-B0306BBE95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0000" y="5405673"/>
            <a:ext cx="11232000" cy="760177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dirty="0"/>
            </a:lvl1pPr>
          </a:lstStyle>
          <a:p>
            <a:pPr lvl="0"/>
            <a:r>
              <a:rPr lang="en-GB"/>
              <a:t>Comment or Conclusion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5BA96A7-D12D-15F6-1EC9-2C85477A79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B1B6C-E499-E916-8500-A9C4B314DDBE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>
            <a:lvl1pPr rtl="0">
              <a:defRPr/>
            </a:lvl1pPr>
          </a:lstStyle>
          <a:p>
            <a:fld id="{062FA2D4-60F7-44C0-9476-5D7D68C76700}" type="datetime3">
              <a:rPr lang="en-US" smtClean="0"/>
              <a:t>20 April 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C5CEA-5731-B324-FEFD-ABCE49AF4FA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9A1A2707-0507-CF26-3F21-FC49E2D26A0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2830464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2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37F13DD-B476-2CA5-6134-D447BD7118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844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37F13DD-B476-2CA5-6134-D447BD7118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DB84C8D-F74E-F0EC-FEF3-B745A9D67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05E4D3F-1813-C71F-D590-E9EC85EB4B0E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9425" y="1450800"/>
            <a:ext cx="5255375" cy="471646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900817B-AC15-EBB4-6D22-6F42DF98C4F8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456576" y="1450800"/>
            <a:ext cx="5255375" cy="471646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F08EEE-2E15-50DA-BE6F-0D52424658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28465-121E-BF77-76D8-2FD8C98DAAC3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>
            <a:lvl1pPr rtl="0">
              <a:defRPr/>
            </a:lvl1pPr>
          </a:lstStyle>
          <a:p>
            <a:fld id="{CDB49268-F923-448B-B58A-323446EFE857}" type="datetime3">
              <a:rPr lang="en-US" smtClean="0"/>
              <a:t>20 April 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2AE3F-A336-75C1-699F-E1CC0AB77A19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FA4F36E5-18C8-BE1E-1452-28F09C867CE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2438096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2 Columns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A8AE5C5-4308-99E3-1C9E-227A7CD014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6130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AE5C5-4308-99E3-1C9E-227A7CD014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B344BD08-C63A-B884-6131-0A6582B89A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15E8B02-BCC0-D349-7D15-309BE72B621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79425" y="1449389"/>
            <a:ext cx="5255375" cy="4716462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24A9EF6-850F-4D52-9A50-ECFA824EB25C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6456576" y="1449389"/>
            <a:ext cx="5255375" cy="4716462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57F9434-8CB6-DC8E-A706-3F9461984F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AD615E-2CDE-B7C9-FC86-B7532C9B95CC}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>
            <a:lvl1pPr rtl="0">
              <a:defRPr/>
            </a:lvl1pPr>
          </a:lstStyle>
          <a:p>
            <a:fld id="{EDB8CDD0-6872-4E8B-AA76-B3B0F6FA29AF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94BA91-A613-B17D-1BFC-7771C5038058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2E804D71-1913-15EF-0F50-5BF5815457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3336198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2 Columns Comme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A0A908D-9536-124E-9CBF-DC49034E59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9697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0A908D-9536-124E-9CBF-DC49034E59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94A2331E-EC8F-1675-79F1-885932F71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F1E1CBD-830E-69B9-B6A9-86B7E902AC02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79424" y="1449388"/>
            <a:ext cx="5256000" cy="3228359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AA546C27-4712-E739-66B1-857FFB7816CD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6456575" y="1449388"/>
            <a:ext cx="5256000" cy="3228359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2E4E73F5-68F6-707A-FA09-7A546CA5051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93712" y="4855109"/>
            <a:ext cx="52560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C8CCB2B-A026-C060-315A-C1F59567C43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456575" y="4853517"/>
            <a:ext cx="52560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60236DE-FBD4-A402-54C9-B10C6707E3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883426-D5F7-ACC3-4D7D-B5D34222F6DC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>
            <a:lvl1pPr rtl="0">
              <a:defRPr/>
            </a:lvl1pPr>
          </a:lstStyle>
          <a:p>
            <a:fld id="{BFD9EB0B-B02B-40D7-9B73-095E31A75459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DA8EC5-35C4-31CA-9DC7-9BFD705D28D0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CA3B9B1-8997-5F2A-F4B5-20C2C2957D1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39086395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3 Columns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FEEDD4D-F0C9-6991-74CF-B7886DC579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325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EEDD4D-F0C9-6991-74CF-B7886DC579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DAD7C83-CE72-B8F8-BA59-75ED5769F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462CCFE7-88C5-5CCF-3937-664F2C24F96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9426" y="1449388"/>
            <a:ext cx="3621600" cy="324787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EE7BE420-0AC9-8A75-5C5A-0FF942181D9A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285880" y="1449388"/>
            <a:ext cx="3621600" cy="324787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53FACCFE-6280-F364-0063-3E857012138A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8092334" y="1449388"/>
            <a:ext cx="3621600" cy="324787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40903E96-CD18-8260-C07D-5399B783C83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93712" y="4855110"/>
            <a:ext cx="36216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9A0F06B4-F985-ED32-8242-1B816DDE091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84888" y="4855110"/>
            <a:ext cx="36216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44DA7F2-ADE4-15FE-1D28-5DB68D556AD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090975" y="4855110"/>
            <a:ext cx="36216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2D7B76D-7F7F-C527-FBBA-F5B3C2CEC8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1CFE83-8A7F-3155-270C-E05329CB5103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>
            <a:lvl1pPr rtl="0">
              <a:defRPr/>
            </a:lvl1pPr>
          </a:lstStyle>
          <a:p>
            <a:fld id="{3F55A1CE-2885-41CE-B9AB-10FC0C556FA8}" type="datetime3">
              <a:rPr lang="en-US" smtClean="0"/>
              <a:t>20 April 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A4CDA-F785-CD01-5746-FEDF1384CE84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ACE8880-C83B-DBAD-2A8D-B564E5BB7E3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373971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3 Titles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062D292-A589-D23C-DAB0-AD9EB731E0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17488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62D292-A589-D23C-DAB0-AD9EB731E0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13">
            <a:extLst>
              <a:ext uri="{FF2B5EF4-FFF2-40B4-BE49-F238E27FC236}">
                <a16:creationId xmlns:a16="http://schemas.microsoft.com/office/drawing/2014/main" id="{1FF47CCE-C056-0BDA-6803-3090A156CC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rIns="0"/>
          <a:lstStyle>
            <a:lvl1pPr rtl="0">
              <a:defRPr/>
            </a:lvl1pPr>
          </a:lstStyle>
          <a:p>
            <a:r>
              <a:rPr lang="en-GB"/>
              <a:t>Title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CA557EAE-A80D-04AD-B28D-B154895E36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8800" y="1454263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CD7C5D7-C85F-ADD7-446E-6CA03D66150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84888" y="1454400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292B6093-6509-55F6-49D3-12C22EECA60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9426" y="1951201"/>
            <a:ext cx="3621600" cy="274606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34EDAA44-22B1-4139-FB74-2224367FFE98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285880" y="1951201"/>
            <a:ext cx="3621600" cy="274606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E85F5C9B-D90F-F269-C90B-C03D4E7AC31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90975" y="1454263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 rtl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648B1213-6B9F-41C1-F690-82D0A837ECA2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092334" y="1951201"/>
            <a:ext cx="3621600" cy="274606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DF89AB45-8BA7-89FB-133E-9D5474D0B33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93712" y="4855110"/>
            <a:ext cx="36216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B1852E31-14BD-09CD-71BD-BAE61A01025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84888" y="4855110"/>
            <a:ext cx="36216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025B99E8-0802-0AED-B107-05ABAE8565F4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090975" y="4855110"/>
            <a:ext cx="36216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8BC83712-3C7F-1CDB-81F0-E2B5FB7DDC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rtl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F44AA-5146-F9FA-72C4-007EE4989264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>
            <a:lvl1pPr rtl="0">
              <a:defRPr/>
            </a:lvl1pPr>
          </a:lstStyle>
          <a:p>
            <a:fld id="{43A83071-4B6E-4779-9494-9982605B3566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8F4283-9B8F-4C79-83D0-6420C2349477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>
            <a:lvl1pPr rtl="0">
              <a:defRPr/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ED5A345-81F1-0C4F-E926-A5893780B3B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 rtl="0"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GB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701460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2A278BB8-5F4C-704F-87CE-1865AADED1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PT"/>
              <a:t>Action phrase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66E48-CC26-2C2B-3E87-4516FDDE292B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90538" y="1449388"/>
            <a:ext cx="11232000" cy="4716462"/>
          </a:xfrm>
          <a:prstGeom prst="rect">
            <a:avLst/>
          </a:prstGeom>
          <a:noFill/>
        </p:spPr>
        <p:txBody>
          <a:bodyPr anchor="t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GB" dirty="0"/>
            </a:lvl1pPr>
          </a:lstStyle>
          <a:p>
            <a:pPr lvl="0"/>
            <a:r>
              <a:rPr lang="en-GB"/>
              <a:t>Content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CF771E0-235C-A474-43DC-EA72CD6A97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07096-264D-722F-3367-98155E8CBB5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fld id="{292C9097-BF3A-47C3-B584-A95871A0F053}" type="datetime3">
              <a:rPr lang="en-US" smtClean="0"/>
              <a:t>20 April 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07132-55F6-1C30-2EA5-EEFD03DE3FEE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A8136D4-EBC9-BEA9-030E-9ECFC1C81E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8375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FB053B-C83E-914B-0895-3532F1491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A5335BB-EAF9-6D96-EE95-FEDA763EA6D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PT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2D3F4C-1770-BFC9-740A-44FEF54D5B3F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8E9C57F7-2B35-434E-92D9-01AC330F06C1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27B04A-A93A-3D89-6715-0192BC39800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0D2DD8F1-7DAF-B979-9A3C-7FD7B675208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86748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No A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484503-57D6-60BA-4BBC-5E5BD5DD2147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80000" y="1159894"/>
            <a:ext cx="11232000" cy="50059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CB77D7-87EC-722D-7375-A9A4C966E3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A97AA-8157-6B6E-82A1-32C4BE7823AF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8BD78455-742F-4415-8C42-F6EB7C710937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816FA4-0CD7-557C-9251-7F7F1E86DF6D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0B370CA-6580-C80E-5847-58C74B23FD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788038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DDEF-C31A-D30D-4B31-DF4667150E86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80000" y="1952625"/>
            <a:ext cx="11232000" cy="4213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48F69F9-9FA8-D684-C0BB-1FCAB0197C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000" y="1452326"/>
            <a:ext cx="11232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CCB887-3913-6185-76B3-6FE99A8BBC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CF561B3-060A-C225-A71D-0B8577BC209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PT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D9991E-708D-C1BD-3070-8BE075595B7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fld id="{6DD38458-7FFB-490D-98C7-0398C0CE5377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9FC6AB-1D11-5E7E-26E6-42533744D98F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81F4BCA5-5E5D-A7D5-907C-D9C6E501F0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47875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Title Comm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C6A0BF-A81E-B20F-C141-D0765E208914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1951200"/>
            <a:ext cx="11233150" cy="32654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48F69F9-9FA8-D684-C0BB-1FCAB0197C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000" y="1452326"/>
            <a:ext cx="11232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2C173-6588-F693-F380-86675DAD51B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0000" y="5405673"/>
            <a:ext cx="11232000" cy="760177"/>
          </a:xfrm>
          <a:prstGeom prst="rect">
            <a:avLst/>
          </a:prstGeom>
          <a:solidFill>
            <a:schemeClr val="tx2"/>
          </a:solidFill>
          <a:ln w="12700">
            <a:solidFill>
              <a:schemeClr val="bg2">
                <a:lumMod val="20000"/>
                <a:lumOff val="80000"/>
              </a:schemeClr>
            </a:solidFill>
          </a:ln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dirty="0"/>
            </a:lvl1pPr>
          </a:lstStyle>
          <a:p>
            <a:pPr lvl="0"/>
            <a:r>
              <a:rPr lang="en-GB"/>
              <a:t>Comment or Conclusion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FD7E9D-FCFE-AD1C-C725-60A512714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51D6D1F-2C1A-89D1-66CC-0FCADD92357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PT"/>
              <a:t>Action phrase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2833F-90DC-1567-6AE9-39A7D099BE5C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fld id="{B9110D52-BBE0-445F-9637-4D7D6EAB4FFE}" type="datetime3">
              <a:rPr lang="en-US" smtClean="0"/>
              <a:t>20 April 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DF28B-259F-4BEC-0C13-220DD1BC9C4F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2024974F-B4BB-5415-006D-C5BEA613FAF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42933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2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48F69F9-9FA8-D684-C0BB-1FCAB0197C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8800" y="1454263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7E216B1-FFFA-4C39-3DE4-4E95FB8AC65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55218" y="1454400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E8D7BB-AF97-0799-D0E5-03E8770B6B6F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9425" y="1951037"/>
            <a:ext cx="5255375" cy="42148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1CA82BB-1584-C1B1-D9DA-354BFD36FB8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456576" y="1951200"/>
            <a:ext cx="5255375" cy="42148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86E8A66-DEBB-1EA3-ED4B-AC3DCF1E72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2CEBB20-4AE8-7051-E6F3-86D1831B4C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PT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7F3C9-4016-8E6E-10BE-8D28478AC191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fld id="{0084D631-D0DB-4450-B976-92A2F71FC1DB}" type="datetime3">
              <a:rPr lang="en-US" smtClean="0"/>
              <a:t>20 April 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4A6D8-DE02-8085-26B0-78FA2ABABC2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6E627416-073E-2F72-4BE3-CDF28631CDE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0117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2 Title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2835669-14F0-9EAA-D48A-499CF4A50F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C78EAA80-B3AE-4B48-41A4-62BB521E46D5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9425" y="1951037"/>
            <a:ext cx="5255375" cy="4214813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8CDE1C0-CAC1-6B20-B132-81922A267FD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456576" y="1951037"/>
            <a:ext cx="5255375" cy="4214813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6498220-6B7B-E00F-AF09-28483903066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8800" y="1454263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DE54364D-D38C-C064-D73F-F3C34310641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55218" y="1454400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85FCA67-AD17-2EF6-D279-09F766D1E05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PT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282C1-F3F8-DFCA-A432-6D45E2410548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AF82DF36-5BEE-4AC4-AA5B-136794B802CF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44C58A-3446-2B46-CFA6-998DB47929C2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BA7BF8FD-B866-6FD8-43D4-8B1F5F98E20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8419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2 Titles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AC16FC-FF91-8D85-877B-D1EAD281A9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8800" y="1454263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469666D-E983-A264-F631-C7B0BBF4AA2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55218" y="1454400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CA3F7EF-865D-8778-C744-48A4DE7CCF29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79424" y="1951200"/>
            <a:ext cx="5256000" cy="272654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68996E0A-5C0A-5F3E-420E-33CF6F4FE4AC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6456575" y="1951200"/>
            <a:ext cx="5256000" cy="272654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FDEA56D-449A-9631-E4E8-38186B87D10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93712" y="4855109"/>
            <a:ext cx="52560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CC0452EC-9B02-D17D-51A6-A6C22942A45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456575" y="4853517"/>
            <a:ext cx="52560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93DA6647-64BF-A869-77C0-F2F932FB0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CB6CE76D-DEDC-C688-1EB0-4E82523F52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PT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2B59D9-D23B-35B4-4FD2-C58D0FBA819A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fld id="{CADF16B3-001B-4D8B-B442-540E9061FD69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709C75-46D0-D617-6F5F-2E846BAA8D8A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D8CB944-A687-8483-82DA-A04034BE806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5140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3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D75E27B-EC39-B919-EDCE-97E791E920E4}"/>
              </a:ext>
            </a:extLst>
          </p:cNvPr>
          <p:cNvCxnSpPr>
            <a:cxnSpLocks/>
          </p:cNvCxnSpPr>
          <p:nvPr userDrawn="1"/>
        </p:nvCxnSpPr>
        <p:spPr>
          <a:xfrm>
            <a:off x="479425" y="6319035"/>
            <a:ext cx="1123314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3">
            <a:extLst>
              <a:ext uri="{FF2B5EF4-FFF2-40B4-BE49-F238E27FC236}">
                <a16:creationId xmlns:a16="http://schemas.microsoft.com/office/drawing/2014/main" id="{59878785-D777-C37B-39AF-551E7B713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85399B9-01FA-076E-52E3-FFB95BC755D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8800" y="1454263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113B8ADD-B703-4146-70FB-EE09EC224A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84888" y="1454400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E1F4202-442C-EE81-3146-56066356B766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9426" y="1951200"/>
            <a:ext cx="3621600" cy="42148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D1B91034-CD63-2A52-3F5A-C2999EF226E8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285880" y="1951200"/>
            <a:ext cx="3621600" cy="42148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52007FD-0AD1-EEB9-49F1-8A321BF777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90975" y="1454263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C76F1B01-BB14-D819-9EAC-44355AA7965C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092334" y="1951200"/>
            <a:ext cx="3621600" cy="42148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E05B9514-AECC-9C70-7732-84A2207B3C2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PT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A35D00-198E-5163-B540-5C4B9593D94B}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/>
          <a:p>
            <a:fld id="{65EB1EC0-3699-43E2-935B-F807AF00BB8F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7D4B59-2139-1F16-A0AB-455A0973B4A9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F2681AA0-9DAB-783A-A0A9-6FB89E3E2D0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584026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3 Title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FF730C-A113-F4CF-C6C3-A55860B15E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51A4BA7-C958-1B87-3A40-F1CAF1EB32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8800" y="1454263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781A257-11CF-1626-7DB1-37D6F4691C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84888" y="1454400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26F51421-1648-5E83-5D44-30A2D6AB33D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9426" y="1951200"/>
            <a:ext cx="3621600" cy="4214813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5DE568BB-BE5B-5A44-E494-4C97AC43305D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285880" y="1951200"/>
            <a:ext cx="3621600" cy="4214813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4D3F413-0639-3D67-D41A-B8EF2350ED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90975" y="1454263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89336A37-9946-3BE3-8E71-8DCFDB129635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092334" y="1951200"/>
            <a:ext cx="3621600" cy="4214813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E6EAD12E-EBA8-33A6-9CDA-D585287324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PT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9F3E39-163A-EC93-1B1D-7B144D790935}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/>
          <a:p>
            <a:fld id="{141E4E33-9F36-496E-9F23-66B337626A43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F13DDA-A108-EBF8-E6AA-2C18CFA9C276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7435ABC3-6093-E44A-EBA3-DF0976B7FD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7155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3 Titles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1FF47CCE-C056-0BDA-6803-3090A156CC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CA557EAE-A80D-04AD-B28D-B154895E36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8800" y="1454263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CD7C5D7-C85F-ADD7-446E-6CA03D66150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84888" y="1454400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292B6093-6509-55F6-49D3-12C22EECA60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9426" y="1951201"/>
            <a:ext cx="3621600" cy="27460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34EDAA44-22B1-4139-FB74-2224367FFE98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285880" y="1951201"/>
            <a:ext cx="3621600" cy="27460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E85F5C9B-D90F-F269-C90B-C03D4E7AC31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90975" y="1454263"/>
            <a:ext cx="36216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i="1">
                <a:solidFill>
                  <a:schemeClr val="bg1"/>
                </a:solidFill>
                <a:latin typeface="Source Sans Pro" panose="020B0503030403020204" pitchFamily="34" charset="0"/>
              </a:defRPr>
            </a:lvl1pPr>
          </a:lstStyle>
          <a:p>
            <a:pPr lvl="0"/>
            <a:r>
              <a:rPr lang="en-PT"/>
              <a:t>Title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648B1213-6B9F-41C1-F690-82D0A837ECA2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8092334" y="1951201"/>
            <a:ext cx="3621600" cy="27460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DF89AB45-8BA7-89FB-133E-9D5474D0B33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93712" y="4855110"/>
            <a:ext cx="36216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B1852E31-14BD-09CD-71BD-BAE61A01025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84888" y="4855110"/>
            <a:ext cx="36216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025B99E8-0802-0AED-B107-05ABAE8565F4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090975" y="4855110"/>
            <a:ext cx="36216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8BC83712-3C7F-1CDB-81F0-E2B5FB7DDC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PT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F44AA-5146-F9FA-72C4-007EE4989264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4F148B95-BC6E-4062-8615-D8480F2E9B0D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8F4283-9B8F-4C79-83D0-6420C2349477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ED5A345-81F1-0C4F-E926-A5893780B3B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92108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Content Comm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AF6978-AAF4-0844-0CD9-E7628A3B0F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73DB6DBA-21C7-C6B0-0073-A161FB591A2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1449388"/>
            <a:ext cx="11233150" cy="3767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5914C47-7CB5-8D03-3647-B0306BBE95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0000" y="5405673"/>
            <a:ext cx="11232000" cy="760177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dirty="0"/>
            </a:lvl1pPr>
          </a:lstStyle>
          <a:p>
            <a:pPr lvl="0"/>
            <a:r>
              <a:rPr lang="en-GB"/>
              <a:t>Comment or Conclusion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5BA96A7-D12D-15F6-1EC9-2C85477A79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PT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B1B6C-E499-E916-8500-A9C4B314DDBE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fld id="{BD9C7F3F-462B-4C45-B68F-AB19AE6C4027}" type="datetime3">
              <a:rPr lang="en-US" smtClean="0"/>
              <a:t>20 April 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C5CEA-5731-B324-FEFD-ABCE49AF4FA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9A1A2707-0507-CF26-3F21-FC49E2D26A0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42852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2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B84C8D-F74E-F0EC-FEF3-B745A9D67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05E4D3F-1813-C71F-D590-E9EC85EB4B0E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9425" y="1450800"/>
            <a:ext cx="5255375" cy="47164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900817B-AC15-EBB4-6D22-6F42DF98C4F8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456576" y="1450800"/>
            <a:ext cx="5255375" cy="47164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F08EEE-2E15-50DA-BE6F-0D52424658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PT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28465-121E-BF77-76D8-2FD8C98DAAC3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fld id="{347CD2C4-DCA4-4E46-96C3-28B6A12DB083}" type="datetime3">
              <a:rPr lang="en-US" smtClean="0"/>
              <a:t>20 April 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2AE3F-A336-75C1-699F-E1CC0AB77A19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FA4F36E5-18C8-BE1E-1452-28F09C867CE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74588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2 Columns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4BD08-C63A-B884-6131-0A6582B89A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15E8B02-BCC0-D349-7D15-309BE72B6215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79425" y="1449389"/>
            <a:ext cx="5255375" cy="4716462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24A9EF6-850F-4D52-9A50-ECFA824EB25C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6456576" y="1449389"/>
            <a:ext cx="5255375" cy="4716462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57F9434-8CB6-DC8E-A706-3F9461984F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PT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AD615E-2CDE-B7C9-FC86-B7532C9B95CC}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/>
          <a:p>
            <a:fld id="{15B8F329-B8F4-4FD7-8208-91530417C961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94BA91-A613-B17D-1BFC-7771C5038058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2E804D71-1913-15EF-0F50-5BF5815457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4230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2 Columns Comme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4A2331E-EC8F-1675-79F1-885932F71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8F1E1CBD-830E-69B9-B6A9-86B7E902AC02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79424" y="1449388"/>
            <a:ext cx="5256000" cy="32283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AA546C27-4712-E739-66B1-857FFB7816CD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6456575" y="1449388"/>
            <a:ext cx="5256000" cy="32283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2E4E73F5-68F6-707A-FA09-7A546CA5051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93712" y="4855109"/>
            <a:ext cx="52560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C8CCB2B-A026-C060-315A-C1F59567C43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456575" y="4853517"/>
            <a:ext cx="52560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60236DE-FBD4-A402-54C9-B10C6707E3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PT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883426-D5F7-ACC3-4D7D-B5D34222F6DC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fld id="{34083D38-9605-4C81-A403-B9C7E12771BB}" type="datetime3">
              <a:rPr lang="en-US" smtClean="0"/>
              <a:t>20 April 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DA8EC5-35C4-31CA-9DC7-9BFD705D28D0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CA3B9B1-8997-5F2A-F4B5-20C2C2957D1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908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3 Columns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AD7C83-CE72-B8F8-BA59-75ED5769F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462CCFE7-88C5-5CCF-3937-664F2C24F96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9426" y="1449388"/>
            <a:ext cx="3621600" cy="3247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EE7BE420-0AC9-8A75-5C5A-0FF942181D9A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285880" y="1449388"/>
            <a:ext cx="3621600" cy="3247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53FACCFE-6280-F364-0063-3E857012138A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8092334" y="1449388"/>
            <a:ext cx="3621600" cy="3247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40903E96-CD18-8260-C07D-5399B783C83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93712" y="4855110"/>
            <a:ext cx="36216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9A0F06B4-F985-ED32-8242-1B816DDE091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84888" y="4855110"/>
            <a:ext cx="36216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844DA7F2-ADE4-15FE-1D28-5DB68D556AD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090975" y="4855110"/>
            <a:ext cx="3621600" cy="1310740"/>
          </a:xfr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lIns="90000" tIns="46800" rIns="90000" bIns="468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2D7B76D-7F7F-C527-FBBA-F5B3C2CEC8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00" y="1062371"/>
            <a:ext cx="11232000" cy="28525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PT" i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PT"/>
              <a:t>Action phrase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1CFE83-8A7F-3155-270C-E05329CB5103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269C1802-D00D-40AD-B73B-FFAEE4F1A9D0}" type="datetime3">
              <a:rPr lang="en-US" smtClean="0"/>
              <a:t>20 April 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A4CDA-F785-CD01-5746-FEDF1384CE84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ACE8880-C83B-DBAD-2A8D-B564E5BB7E3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9425" y="6336666"/>
            <a:ext cx="11242675" cy="203200"/>
          </a:xfrm>
        </p:spPr>
        <p:txBody>
          <a:bodyPr>
            <a:noAutofit/>
          </a:bodyPr>
          <a:lstStyle>
            <a:lvl1pPr>
              <a:defRPr sz="1000">
                <a:latin typeface="Source Sans Pro" panose="020B0503030403020204" pitchFamily="34" charset="0"/>
              </a:defRPr>
            </a:lvl1pPr>
            <a:lvl2pPr>
              <a:defRPr sz="1000">
                <a:latin typeface="Source Sans Pro" panose="020B0503030403020204" pitchFamily="34" charset="0"/>
              </a:defRPr>
            </a:lvl2pPr>
            <a:lvl3pPr>
              <a:defRPr sz="1000">
                <a:latin typeface="Source Sans Pro" panose="020B0503030403020204" pitchFamily="34" charset="0"/>
              </a:defRPr>
            </a:lvl3pPr>
            <a:lvl4pPr>
              <a:defRPr sz="1000">
                <a:latin typeface="Source Sans Pro" panose="020B0503030403020204" pitchFamily="34" charset="0"/>
              </a:defRPr>
            </a:lvl4pPr>
            <a:lvl5pPr>
              <a:defRPr sz="1000"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Notes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73243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78">
          <p15:clr>
            <a:srgbClr val="FBAE40"/>
          </p15:clr>
        </p15:guide>
        <p15:guide id="4" pos="30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tags" Target="../tags/tag8.xml"/><Relationship Id="rId3" Type="http://schemas.openxmlformats.org/officeDocument/2006/relationships/slideLayout" Target="../slideLayouts/slideLayout8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image" Target="../media/image25.emf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19" Type="http://schemas.openxmlformats.org/officeDocument/2006/relationships/oleObject" Target="../embeddings/oleObject6.bin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image" Target="../media/image16.sv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16.sv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1.png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3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ags" Target="../tags/tag27.xml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image" Target="../media/image27.emf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oleObject" Target="../embeddings/oleObject25.bin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image" Target="../media/image16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BE46621-1B18-2C17-95A3-644998EE60C7}"/>
              </a:ext>
            </a:extLst>
          </p:cNvPr>
          <p:cNvGraphicFramePr>
            <a:graphicFrameLocks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66646056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E46621-1B18-2C17-95A3-644998EE60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94C3FF-7624-DB74-8E5E-DDFC5862C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2800" y="6091200"/>
            <a:ext cx="1376363" cy="23997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rtl="0">
              <a:defRPr sz="1400" i="1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26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27" r:id="rId2"/>
    <p:sldLayoutId id="2147483704" r:id="rId3"/>
    <p:sldLayoutId id="2147483728" r:id="rId4"/>
    <p:sldLayoutId id="2147483729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86F9585-7559-CFDA-2FAB-B971440E0CEA}"/>
              </a:ext>
            </a:extLst>
          </p:cNvPr>
          <p:cNvGraphicFramePr>
            <a:graphicFrameLocks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127388308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7772400" imgH="10058400" progId="TCLayout.ActiveDocument.1">
                  <p:embed/>
                </p:oleObj>
              </mc:Choice>
              <mc:Fallback>
                <p:oleObj name="think-cell Slide" r:id="rId19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6F9585-7559-CFDA-2FAB-B971440E0C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4413C-F78B-9D1E-033C-E234D276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82" y="507999"/>
            <a:ext cx="11230436" cy="521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8D764BA-D80B-03CF-490B-25FD26A6E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9697" t="35441" r="10143" b="36355"/>
          <a:stretch/>
        </p:blipFill>
        <p:spPr>
          <a:xfrm>
            <a:off x="10960443" y="6574568"/>
            <a:ext cx="672756" cy="20493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B14A76-990B-C8ED-C54D-DE3E992F4CFE}"/>
              </a:ext>
            </a:extLst>
          </p:cNvPr>
          <p:cNvCxnSpPr>
            <a:cxnSpLocks/>
          </p:cNvCxnSpPr>
          <p:nvPr userDrawn="1"/>
        </p:nvCxnSpPr>
        <p:spPr>
          <a:xfrm>
            <a:off x="480000" y="6319035"/>
            <a:ext cx="112320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E5322406-4DDA-4E56-EB96-1F3348542D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425" y="6570200"/>
            <a:ext cx="2743200" cy="223000"/>
          </a:xfrm>
          <a:prstGeom prst="rect">
            <a:avLst/>
          </a:prstGeom>
        </p:spPr>
        <p:txBody>
          <a:bodyPr lIns="0" tIns="0" rIns="0" bIns="0" anchor="ctr"/>
          <a:lstStyle>
            <a:lvl1pPr rtl="0">
              <a:defRPr lang="en-US" sz="1200" smtClean="0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fld id="{9703808B-8DA6-4E97-A10D-7E2BF0A155F4}" type="datetime3">
              <a:rPr lang="en-US" smtClean="0"/>
              <a:t>20 April 2026</a:t>
            </a:fld>
            <a:endParaRPr lang="en-GB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F787AC3-0FFB-4484-03AC-412D1E08D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03212" y="6576502"/>
            <a:ext cx="585576" cy="202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lang="en-GB" sz="1200" smtClean="0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119F3-CAE1-322F-584B-830775004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782" y="1449388"/>
            <a:ext cx="11230437" cy="4727575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Base Text</a:t>
            </a:r>
          </a:p>
          <a:p>
            <a:pPr lvl="1"/>
            <a:r>
              <a:rPr lang="en-GB"/>
              <a:t>Bullet points</a:t>
            </a:r>
          </a:p>
          <a:p>
            <a:pPr lvl="2"/>
            <a:r>
              <a:rPr lang="en-GB"/>
              <a:t>Bolder text</a:t>
            </a:r>
          </a:p>
          <a:p>
            <a:pPr lvl="3"/>
            <a:r>
              <a:rPr lang="en-GB"/>
              <a:t>Label</a:t>
            </a:r>
          </a:p>
          <a:p>
            <a:pPr lvl="4"/>
            <a:r>
              <a:rPr lang="en-GB"/>
              <a:t>Description</a:t>
            </a:r>
          </a:p>
          <a:p>
            <a:pPr lvl="5"/>
            <a:r>
              <a:rPr lang="en-GB"/>
              <a:t>Accent Key Message</a:t>
            </a:r>
          </a:p>
          <a:p>
            <a:pPr lvl="6"/>
            <a:r>
              <a:rPr lang="en-GB"/>
              <a:t>Action Title</a:t>
            </a:r>
          </a:p>
          <a:p>
            <a:pPr lvl="7"/>
            <a:r>
              <a:rPr lang="en-GB"/>
              <a:t>Footer Text</a:t>
            </a:r>
          </a:p>
        </p:txBody>
      </p:sp>
    </p:spTree>
    <p:extLst>
      <p:ext uri="{BB962C8B-B14F-4D97-AF65-F5344CB8AC3E}">
        <p14:creationId xmlns:p14="http://schemas.microsoft.com/office/powerpoint/2010/main" val="178130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Source Sans Pro" panose="020B0503030403020204" pitchFamily="34" charset="0"/>
          <a:ea typeface="Source Sans Pro" panose="020B05030304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i="0" kern="1200">
          <a:solidFill>
            <a:schemeClr val="accent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225425" indent="-225425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accent1"/>
          </a:solidFill>
          <a:latin typeface="Source Sans Pro" panose="020B0503030403020204" pitchFamily="34" charset="0"/>
          <a:ea typeface="+mn-ea"/>
          <a:cs typeface="+mn-cs"/>
        </a:defRPr>
      </a:lvl2pPr>
      <a:lvl3pPr marL="11112" indent="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600" b="1" i="0" kern="1200">
          <a:solidFill>
            <a:schemeClr val="accent1"/>
          </a:solidFill>
          <a:latin typeface="Source Sans Pro SemiBold" panose="020B0503030403020204" pitchFamily="34" charset="0"/>
          <a:ea typeface="+mn-ea"/>
          <a:cs typeface="+mn-cs"/>
        </a:defRPr>
      </a:lvl3pPr>
      <a:lvl4pPr marL="11112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2000" b="1" i="0" kern="1200">
          <a:solidFill>
            <a:schemeClr val="accent1"/>
          </a:solidFill>
          <a:latin typeface="Source Sans Pro" panose="020B0503030403020204" pitchFamily="34" charset="0"/>
          <a:ea typeface="+mn-ea"/>
          <a:cs typeface="+mn-cs"/>
        </a:defRPr>
      </a:lvl4pPr>
      <a:lvl5pPr marL="11112" indent="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800" b="0" i="1" kern="1200">
          <a:solidFill>
            <a:schemeClr val="accent1"/>
          </a:solidFill>
          <a:latin typeface="Source Sans Pro" panose="020B0503030403020204" pitchFamily="34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tabLst/>
        <a:defRPr sz="1800" b="1" i="1" kern="1200">
          <a:solidFill>
            <a:schemeClr val="accent2"/>
          </a:solidFill>
          <a:latin typeface="Source Sans Pro" panose="020B0503030403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800" i="1" kern="1200">
          <a:solidFill>
            <a:schemeClr val="accent3"/>
          </a:solidFill>
          <a:latin typeface="Source Sans Pro" panose="020B0503030403020204" pitchFamily="34" charset="0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>
          <a:tab pos="3860800" algn="l"/>
        </a:tabLst>
        <a:defRPr sz="900" kern="1200">
          <a:solidFill>
            <a:schemeClr val="accent1"/>
          </a:solidFill>
          <a:latin typeface="Source Sans Pro" panose="020B0503030403020204" pitchFamily="34" charset="0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378">
          <p15:clr>
            <a:srgbClr val="F26B43"/>
          </p15:clr>
        </p15:guide>
        <p15:guide id="3" pos="302">
          <p15:clr>
            <a:srgbClr val="F26B43"/>
          </p15:clr>
        </p15:guide>
        <p15:guide id="4" orient="horz" pos="913">
          <p15:clr>
            <a:srgbClr val="F26B43"/>
          </p15:clr>
        </p15:guide>
        <p15:guide id="5" orient="horz" pos="388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800E5F2-E340-DFAE-B472-9FE5B9147A57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1426892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00E5F2-E340-DFAE-B472-9FE5B9147A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4413C-F78B-9D1E-033C-E234D276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82" y="507999"/>
            <a:ext cx="11230436" cy="521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8D764BA-D80B-03CF-490B-25FD26A6E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9697" t="35441" r="10143" b="36355"/>
          <a:stretch/>
        </p:blipFill>
        <p:spPr>
          <a:xfrm>
            <a:off x="10960443" y="6574568"/>
            <a:ext cx="672756" cy="20493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B14A76-990B-C8ED-C54D-DE3E992F4CFE}"/>
              </a:ext>
            </a:extLst>
          </p:cNvPr>
          <p:cNvCxnSpPr>
            <a:cxnSpLocks/>
          </p:cNvCxnSpPr>
          <p:nvPr userDrawn="1"/>
        </p:nvCxnSpPr>
        <p:spPr>
          <a:xfrm>
            <a:off x="480000" y="6319035"/>
            <a:ext cx="112320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E5322406-4DDA-4E56-EB96-1F3348542D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425" y="6570200"/>
            <a:ext cx="2743200" cy="223000"/>
          </a:xfrm>
          <a:prstGeom prst="rect">
            <a:avLst/>
          </a:prstGeom>
        </p:spPr>
        <p:txBody>
          <a:bodyPr lIns="0" tIns="0" rIns="0" bIns="0" anchor="ctr"/>
          <a:lstStyle>
            <a:lvl1pPr rtl="0">
              <a:defRPr lang="en-US" sz="1200" smtClean="0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fld id="{07EFDF87-6984-4F35-B3EE-3E14CB4BB61F}" type="datetime3">
              <a:rPr lang="en-US" smtClean="0"/>
              <a:t>20 April 2026</a:t>
            </a:fld>
            <a:endParaRPr lang="en-GB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F787AC3-0FFB-4484-03AC-412D1E08D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03212" y="6576502"/>
            <a:ext cx="585576" cy="202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lang="en-GB" sz="1200" smtClean="0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fld id="{918FC4A2-6779-4A45-A2ED-B0F52CAF6C8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119F3-CAE1-322F-584B-830775004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782" y="1449388"/>
            <a:ext cx="11230437" cy="4727575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Base Text</a:t>
            </a:r>
          </a:p>
          <a:p>
            <a:pPr lvl="1"/>
            <a:r>
              <a:rPr lang="en-GB"/>
              <a:t>Bullet points</a:t>
            </a:r>
          </a:p>
          <a:p>
            <a:pPr lvl="2"/>
            <a:r>
              <a:rPr lang="en-GB"/>
              <a:t>Bolder text</a:t>
            </a:r>
          </a:p>
          <a:p>
            <a:pPr lvl="3"/>
            <a:r>
              <a:rPr lang="en-GB"/>
              <a:t>Label</a:t>
            </a:r>
          </a:p>
          <a:p>
            <a:pPr lvl="4"/>
            <a:r>
              <a:rPr lang="en-GB"/>
              <a:t>Description</a:t>
            </a:r>
          </a:p>
          <a:p>
            <a:pPr lvl="5"/>
            <a:r>
              <a:rPr lang="en-GB"/>
              <a:t>Accent Key Message</a:t>
            </a:r>
          </a:p>
          <a:p>
            <a:pPr lvl="6"/>
            <a:r>
              <a:rPr lang="en-GB"/>
              <a:t>Action Title</a:t>
            </a:r>
          </a:p>
          <a:p>
            <a:pPr lvl="7"/>
            <a:r>
              <a:rPr lang="en-GB"/>
              <a:t>Footer Text</a:t>
            </a:r>
          </a:p>
        </p:txBody>
      </p:sp>
    </p:spTree>
    <p:extLst>
      <p:ext uri="{BB962C8B-B14F-4D97-AF65-F5344CB8AC3E}">
        <p14:creationId xmlns:p14="http://schemas.microsoft.com/office/powerpoint/2010/main" val="373690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Source Sans Pro" panose="020B0503030403020204" pitchFamily="34" charset="0"/>
          <a:ea typeface="Source Sans Pro" panose="020B05030304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i="0" kern="1200">
          <a:solidFill>
            <a:schemeClr val="accent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225425" indent="-225425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accent1"/>
          </a:solidFill>
          <a:latin typeface="Source Sans Pro" panose="020B0503030403020204" pitchFamily="34" charset="0"/>
          <a:ea typeface="+mn-ea"/>
          <a:cs typeface="+mn-cs"/>
        </a:defRPr>
      </a:lvl2pPr>
      <a:lvl3pPr marL="11112" indent="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600" b="1" i="0" kern="1200">
          <a:solidFill>
            <a:schemeClr val="accent1"/>
          </a:solidFill>
          <a:latin typeface="Source Sans Pro SemiBold" panose="020B0503030403020204" pitchFamily="34" charset="0"/>
          <a:ea typeface="+mn-ea"/>
          <a:cs typeface="+mn-cs"/>
        </a:defRPr>
      </a:lvl3pPr>
      <a:lvl4pPr marL="11112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2000" b="1" i="0" kern="1200">
          <a:solidFill>
            <a:schemeClr val="accent1"/>
          </a:solidFill>
          <a:latin typeface="Source Sans Pro" panose="020B0503030403020204" pitchFamily="34" charset="0"/>
          <a:ea typeface="+mn-ea"/>
          <a:cs typeface="+mn-cs"/>
        </a:defRPr>
      </a:lvl4pPr>
      <a:lvl5pPr marL="11112" indent="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800" b="0" i="1" kern="1200">
          <a:solidFill>
            <a:schemeClr val="accent1"/>
          </a:solidFill>
          <a:latin typeface="Source Sans Pro" panose="020B0503030403020204" pitchFamily="34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tabLst/>
        <a:defRPr sz="1800" b="1" i="1" kern="1200">
          <a:solidFill>
            <a:schemeClr val="accent2"/>
          </a:solidFill>
          <a:latin typeface="Source Sans Pro" panose="020B0503030403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800" i="1" kern="1200">
          <a:solidFill>
            <a:schemeClr val="accent3"/>
          </a:solidFill>
          <a:latin typeface="Source Sans Pro" panose="020B0503030403020204" pitchFamily="34" charset="0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>
          <a:tab pos="3860800" algn="l"/>
        </a:tabLst>
        <a:defRPr sz="900" kern="1200">
          <a:solidFill>
            <a:schemeClr val="accent1"/>
          </a:solidFill>
          <a:latin typeface="Source Sans Pro" panose="020B0503030403020204" pitchFamily="34" charset="0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378">
          <p15:clr>
            <a:srgbClr val="F26B43"/>
          </p15:clr>
        </p15:guide>
        <p15:guide id="3" pos="302">
          <p15:clr>
            <a:srgbClr val="F26B43"/>
          </p15:clr>
        </p15:guide>
        <p15:guide id="4" orient="horz" pos="913">
          <p15:clr>
            <a:srgbClr val="F26B43"/>
          </p15:clr>
        </p15:guide>
        <p15:guide id="5" orient="horz" pos="388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40E6D67-02EF-1A72-6C0D-C7D56CA77AC0}"/>
              </a:ext>
            </a:extLst>
          </p:cNvPr>
          <p:cNvGraphicFramePr>
            <a:graphicFrameLocks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13732581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25" imgH="425" progId="TCLayout.ActiveDocument.1">
                  <p:embed/>
                </p:oleObj>
              </mc:Choice>
              <mc:Fallback>
                <p:oleObj name="think-cell Slide" r:id="rId19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0E6D67-02EF-1A72-6C0D-C7D56CA77A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4413C-F78B-9D1E-033C-E234D276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82" y="507999"/>
            <a:ext cx="11230436" cy="521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8D764BA-D80B-03CF-490B-25FD26A6E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9697" t="35441" r="10143" b="36355"/>
          <a:stretch/>
        </p:blipFill>
        <p:spPr>
          <a:xfrm>
            <a:off x="10960443" y="6574568"/>
            <a:ext cx="672756" cy="20493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B14A76-990B-C8ED-C54D-DE3E992F4CFE}"/>
              </a:ext>
            </a:extLst>
          </p:cNvPr>
          <p:cNvCxnSpPr>
            <a:cxnSpLocks/>
          </p:cNvCxnSpPr>
          <p:nvPr userDrawn="1"/>
        </p:nvCxnSpPr>
        <p:spPr>
          <a:xfrm>
            <a:off x="480000" y="6319035"/>
            <a:ext cx="112320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E5322406-4DDA-4E56-EB96-1F3348542D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9425" y="6570200"/>
            <a:ext cx="2743200" cy="223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en-US" sz="1200" smtClean="0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fld id="{AF53EEF4-4553-4145-BD85-83A8C76E75F0}" type="datetime3">
              <a:rPr lang="en-US" smtClean="0"/>
              <a:t>20 April 2026</a:t>
            </a:fld>
            <a:endParaRPr lang="en-GB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F787AC3-0FFB-4484-03AC-412D1E08D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03212" y="6576502"/>
            <a:ext cx="585576" cy="2029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GB" sz="1200" smtClean="0">
                <a:solidFill>
                  <a:schemeClr val="accent1"/>
                </a:solidFill>
                <a:latin typeface="Source Sans Pro" panose="020B0503030403020204" pitchFamily="34" charset="0"/>
              </a:defRPr>
            </a:lvl1pPr>
          </a:lstStyle>
          <a:p>
            <a:fld id="{918FC4A2-6779-4A45-A2ED-B0F52CAF6C85}" type="slidenum">
              <a:rPr lang="en-PT" smtClean="0"/>
              <a:pPr/>
              <a:t>‹#›</a:t>
            </a:fld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119F3-CAE1-322F-584B-830775004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782" y="1449388"/>
            <a:ext cx="11230437" cy="4727575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Base Text</a:t>
            </a:r>
          </a:p>
          <a:p>
            <a:pPr lvl="1"/>
            <a:r>
              <a:rPr lang="en-GB"/>
              <a:t>Bullet points</a:t>
            </a:r>
          </a:p>
          <a:p>
            <a:pPr lvl="2"/>
            <a:r>
              <a:rPr lang="en-GB"/>
              <a:t>Bolder text</a:t>
            </a:r>
          </a:p>
          <a:p>
            <a:pPr lvl="3"/>
            <a:r>
              <a:rPr lang="en-GB"/>
              <a:t>Label</a:t>
            </a:r>
          </a:p>
          <a:p>
            <a:pPr lvl="4"/>
            <a:r>
              <a:rPr lang="en-GB"/>
              <a:t>Description</a:t>
            </a:r>
          </a:p>
          <a:p>
            <a:pPr lvl="5"/>
            <a:r>
              <a:rPr lang="en-GB"/>
              <a:t>Accent Key Message</a:t>
            </a:r>
          </a:p>
          <a:p>
            <a:pPr lvl="6"/>
            <a:r>
              <a:rPr lang="en-GB"/>
              <a:t>Action Title</a:t>
            </a:r>
          </a:p>
          <a:p>
            <a:pPr lvl="7"/>
            <a:r>
              <a:rPr lang="en-GB"/>
              <a:t>Footer Text</a:t>
            </a:r>
          </a:p>
        </p:txBody>
      </p:sp>
    </p:spTree>
    <p:extLst>
      <p:ext uri="{BB962C8B-B14F-4D97-AF65-F5344CB8AC3E}">
        <p14:creationId xmlns:p14="http://schemas.microsoft.com/office/powerpoint/2010/main" val="1461461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Source Sans Pro" panose="020B0503030403020204" pitchFamily="34" charset="0"/>
          <a:ea typeface="Source Sans Pro" panose="020B05030304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i="0" kern="1200">
          <a:solidFill>
            <a:schemeClr val="accent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225425" indent="-225425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accent1"/>
          </a:solidFill>
          <a:latin typeface="Source Sans Pro" panose="020B0503030403020204" pitchFamily="34" charset="0"/>
          <a:ea typeface="+mn-ea"/>
          <a:cs typeface="+mn-cs"/>
        </a:defRPr>
      </a:lvl2pPr>
      <a:lvl3pPr marL="11112" indent="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600" b="1" i="0" kern="1200">
          <a:solidFill>
            <a:schemeClr val="accent1"/>
          </a:solidFill>
          <a:latin typeface="Source Sans Pro SemiBold" panose="020B0503030403020204" pitchFamily="34" charset="0"/>
          <a:ea typeface="+mn-ea"/>
          <a:cs typeface="+mn-cs"/>
        </a:defRPr>
      </a:lvl3pPr>
      <a:lvl4pPr marL="11112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2000" b="1" i="0" kern="1200">
          <a:solidFill>
            <a:schemeClr val="accent1"/>
          </a:solidFill>
          <a:latin typeface="Source Sans Pro" panose="020B0503030403020204" pitchFamily="34" charset="0"/>
          <a:ea typeface="+mn-ea"/>
          <a:cs typeface="+mn-cs"/>
        </a:defRPr>
      </a:lvl4pPr>
      <a:lvl5pPr marL="11112" indent="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800" b="0" i="1" kern="1200">
          <a:solidFill>
            <a:schemeClr val="accent1"/>
          </a:solidFill>
          <a:latin typeface="Source Sans Pro" panose="020B0503030403020204" pitchFamily="34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tabLst/>
        <a:defRPr sz="1800" b="1" i="1" kern="1200">
          <a:solidFill>
            <a:schemeClr val="accent2"/>
          </a:solidFill>
          <a:latin typeface="Source Sans Pro" panose="020B0503030403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800" i="1" kern="1200">
          <a:solidFill>
            <a:schemeClr val="accent3"/>
          </a:solidFill>
          <a:latin typeface="Source Sans Pro" panose="020B0503030403020204" pitchFamily="34" charset="0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>
          <a:tab pos="3860800" algn="l"/>
        </a:tabLst>
        <a:defRPr sz="900" kern="1200">
          <a:solidFill>
            <a:schemeClr val="accent1"/>
          </a:solidFill>
          <a:latin typeface="Source Sans Pro" panose="020B0503030403020204" pitchFamily="34" charset="0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378">
          <p15:clr>
            <a:srgbClr val="F26B43"/>
          </p15:clr>
        </p15:guide>
        <p15:guide id="3" pos="302">
          <p15:clr>
            <a:srgbClr val="F26B43"/>
          </p15:clr>
        </p15:guide>
        <p15:guide id="4" orient="horz" pos="913">
          <p15:clr>
            <a:srgbClr val="F26B43"/>
          </p15:clr>
        </p15:guide>
        <p15:guide id="5" orient="horz" pos="38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6.bin"/><Relationship Id="rId4" Type="http://schemas.microsoft.com/office/2018/10/relationships/comments" Target="../comments/modernComment_109_D396FB8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Relationship Id="rId5" Type="http://schemas.openxmlformats.org/officeDocument/2006/relationships/image" Target="../media/image28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0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8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49.jpe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17" Type="http://schemas.openxmlformats.org/officeDocument/2006/relationships/image" Target="../media/image45.jpeg"/><Relationship Id="rId2" Type="http://schemas.openxmlformats.org/officeDocument/2006/relationships/slideLayout" Target="../slideLayouts/slideLayout22.xml"/><Relationship Id="rId16" Type="http://schemas.openxmlformats.org/officeDocument/2006/relationships/image" Target="../media/image44.svg"/><Relationship Id="rId20" Type="http://schemas.openxmlformats.org/officeDocument/2006/relationships/image" Target="../media/image48.png"/><Relationship Id="rId1" Type="http://schemas.openxmlformats.org/officeDocument/2006/relationships/tags" Target="../tags/tag31.xml"/><Relationship Id="rId6" Type="http://schemas.openxmlformats.org/officeDocument/2006/relationships/hyperlink" Target="https://www.verizon.com/about/investors" TargetMode="External"/><Relationship Id="rId11" Type="http://schemas.openxmlformats.org/officeDocument/2006/relationships/image" Target="../media/image39.png"/><Relationship Id="rId5" Type="http://schemas.openxmlformats.org/officeDocument/2006/relationships/image" Target="../media/image27.emf"/><Relationship Id="rId15" Type="http://schemas.openxmlformats.org/officeDocument/2006/relationships/image" Target="../media/image43.png"/><Relationship Id="rId10" Type="http://schemas.openxmlformats.org/officeDocument/2006/relationships/image" Target="../media/image38.svg"/><Relationship Id="rId19" Type="http://schemas.openxmlformats.org/officeDocument/2006/relationships/image" Target="../media/image47.svg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7.png"/><Relationship Id="rId14" Type="http://schemas.openxmlformats.org/officeDocument/2006/relationships/image" Target="../media/image42.svg"/><Relationship Id="rId22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hyperlink" Target="https://www.verizon.com/about/investors" TargetMode="External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9" Type="http://schemas.openxmlformats.org/officeDocument/2006/relationships/image" Target="../media/image5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6.svg"/><Relationship Id="rId3" Type="http://schemas.openxmlformats.org/officeDocument/2006/relationships/oleObject" Target="../embeddings/oleObject30.bin"/><Relationship Id="rId7" Type="http://schemas.openxmlformats.org/officeDocument/2006/relationships/image" Target="../media/image58.svg"/><Relationship Id="rId12" Type="http://schemas.openxmlformats.org/officeDocument/2006/relationships/image" Target="../media/image55.png"/><Relationship Id="rId17" Type="http://schemas.openxmlformats.org/officeDocument/2006/relationships/image" Target="../media/image64.sv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63.png"/><Relationship Id="rId1" Type="http://schemas.openxmlformats.org/officeDocument/2006/relationships/tags" Target="../tags/tag32.xml"/><Relationship Id="rId6" Type="http://schemas.openxmlformats.org/officeDocument/2006/relationships/image" Target="../media/image57.png"/><Relationship Id="rId11" Type="http://schemas.openxmlformats.org/officeDocument/2006/relationships/image" Target="../media/image60.svg"/><Relationship Id="rId5" Type="http://schemas.openxmlformats.org/officeDocument/2006/relationships/hyperlink" Target="https://www.verizon.com/about/investors" TargetMode="External"/><Relationship Id="rId15" Type="http://schemas.openxmlformats.org/officeDocument/2006/relationships/image" Target="../media/image62.svg"/><Relationship Id="rId10" Type="http://schemas.openxmlformats.org/officeDocument/2006/relationships/image" Target="../media/image59.png"/><Relationship Id="rId4" Type="http://schemas.openxmlformats.org/officeDocument/2006/relationships/image" Target="../media/image27.emf"/><Relationship Id="rId9" Type="http://schemas.openxmlformats.org/officeDocument/2006/relationships/image" Target="../media/image54.svg"/><Relationship Id="rId14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13" Type="http://schemas.openxmlformats.org/officeDocument/2006/relationships/image" Target="../media/image67.svg"/><Relationship Id="rId18" Type="http://schemas.openxmlformats.org/officeDocument/2006/relationships/image" Target="../media/image72.png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75.svg"/><Relationship Id="rId7" Type="http://schemas.openxmlformats.org/officeDocument/2006/relationships/diagramData" Target="../diagrams/data1.xml"/><Relationship Id="rId12" Type="http://schemas.openxmlformats.org/officeDocument/2006/relationships/image" Target="../media/image66.png"/><Relationship Id="rId17" Type="http://schemas.openxmlformats.org/officeDocument/2006/relationships/image" Target="../media/image71.sv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1" Type="http://schemas.openxmlformats.org/officeDocument/2006/relationships/tags" Target="../tags/tag33.xml"/><Relationship Id="rId6" Type="http://schemas.openxmlformats.org/officeDocument/2006/relationships/hyperlink" Target="https://www.verizon.com/about/investors" TargetMode="External"/><Relationship Id="rId11" Type="http://schemas.microsoft.com/office/2007/relationships/diagramDrawing" Target="../diagrams/drawing1.xml"/><Relationship Id="rId5" Type="http://schemas.openxmlformats.org/officeDocument/2006/relationships/image" Target="../media/image65.emf"/><Relationship Id="rId15" Type="http://schemas.openxmlformats.org/officeDocument/2006/relationships/image" Target="../media/image69.svg"/><Relationship Id="rId10" Type="http://schemas.openxmlformats.org/officeDocument/2006/relationships/diagramColors" Target="../diagrams/colors1.xml"/><Relationship Id="rId19" Type="http://schemas.openxmlformats.org/officeDocument/2006/relationships/image" Target="../media/image73.svg"/><Relationship Id="rId4" Type="http://schemas.openxmlformats.org/officeDocument/2006/relationships/oleObject" Target="../embeddings/oleObject31.bin"/><Relationship Id="rId9" Type="http://schemas.openxmlformats.org/officeDocument/2006/relationships/diagramQuickStyle" Target="../diagrams/quickStyle1.xml"/><Relationship Id="rId14" Type="http://schemas.openxmlformats.org/officeDocument/2006/relationships/image" Target="../media/image6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tags" Target="../tags/tag59.xml"/><Relationship Id="rId3" Type="http://schemas.openxmlformats.org/officeDocument/2006/relationships/tags" Target="../tags/tag36.xml"/><Relationship Id="rId21" Type="http://schemas.openxmlformats.org/officeDocument/2006/relationships/tags" Target="../tags/tag54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tags" Target="../tags/tag58.xml"/><Relationship Id="rId33" Type="http://schemas.openxmlformats.org/officeDocument/2006/relationships/chart" Target="../charts/chart3.xml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tags" Target="../tags/tag53.xml"/><Relationship Id="rId29" Type="http://schemas.openxmlformats.org/officeDocument/2006/relationships/image" Target="../media/image76.emf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tags" Target="../tags/tag57.xml"/><Relationship Id="rId32" Type="http://schemas.openxmlformats.org/officeDocument/2006/relationships/chart" Target="../charts/chart2.xml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tags" Target="../tags/tag56.xml"/><Relationship Id="rId28" Type="http://schemas.openxmlformats.org/officeDocument/2006/relationships/oleObject" Target="../embeddings/oleObject32.bin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31" Type="http://schemas.openxmlformats.org/officeDocument/2006/relationships/chart" Target="../charts/chart1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tags" Target="../tags/tag55.xml"/><Relationship Id="rId27" Type="http://schemas.openxmlformats.org/officeDocument/2006/relationships/slideLayout" Target="../slideLayouts/slideLayout24.xml"/><Relationship Id="rId30" Type="http://schemas.openxmlformats.org/officeDocument/2006/relationships/hyperlink" Target="https://www.verizon.com/about/investors/quarterly-reports/4q-2025-earnings-conference-call-webcast" TargetMode="External"/><Relationship Id="rId8" Type="http://schemas.openxmlformats.org/officeDocument/2006/relationships/tags" Target="../tags/tag4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3" Type="http://schemas.microsoft.com/office/2018/10/relationships/comments" Target="../comments/modernComment_14E_3980E28E.xml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8.png"/><Relationship Id="rId5" Type="http://schemas.openxmlformats.org/officeDocument/2006/relationships/hyperlink" Target="https://www.verizon.com/about/investors/quarterly-reports/4q-2025-earnings-conference-call-webcast" TargetMode="External"/><Relationship Id="rId4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microsoft.com/office/2018/10/relationships/comments" Target="../comments/modernComment_122_55934343.xml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hyperlink" Target="https://finance.yahoo.com/quote/VZ/profile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86.sv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60.xml"/><Relationship Id="rId6" Type="http://schemas.openxmlformats.org/officeDocument/2006/relationships/image" Target="../media/image85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8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90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1.xml"/><Relationship Id="rId6" Type="http://schemas.openxmlformats.org/officeDocument/2006/relationships/image" Target="../media/image89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3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svg"/><Relationship Id="rId13" Type="http://schemas.openxmlformats.org/officeDocument/2006/relationships/image" Target="../media/image97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91.png"/><Relationship Id="rId12" Type="http://schemas.openxmlformats.org/officeDocument/2006/relationships/image" Target="../media/image96.sv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2.xml"/><Relationship Id="rId6" Type="http://schemas.openxmlformats.org/officeDocument/2006/relationships/hyperlink" Target="https://www.statista.com/forecasts/1442296/revenue-communication-services-market-for-different-segments-united-states/" TargetMode="External"/><Relationship Id="rId11" Type="http://schemas.openxmlformats.org/officeDocument/2006/relationships/image" Target="../media/image95.png"/><Relationship Id="rId5" Type="http://schemas.openxmlformats.org/officeDocument/2006/relationships/image" Target="../media/image2.emf"/><Relationship Id="rId15" Type="http://schemas.openxmlformats.org/officeDocument/2006/relationships/chart" Target="../charts/chart5.xml"/><Relationship Id="rId10" Type="http://schemas.openxmlformats.org/officeDocument/2006/relationships/image" Target="../media/image94.svg"/><Relationship Id="rId4" Type="http://schemas.openxmlformats.org/officeDocument/2006/relationships/oleObject" Target="../embeddings/oleObject35.bin"/><Relationship Id="rId9" Type="http://schemas.openxmlformats.org/officeDocument/2006/relationships/image" Target="../media/image93.png"/><Relationship Id="rId14" Type="http://schemas.openxmlformats.org/officeDocument/2006/relationships/image" Target="../media/image9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63.xml"/><Relationship Id="rId6" Type="http://schemas.openxmlformats.org/officeDocument/2006/relationships/hyperlink" Target="https://www.deloitte.com/us/en/insights/industry/technology/technology-media-telecom-outlooks/telecommunications-industry-outlook.html" TargetMode="Externa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3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tags" Target="../tags/tag66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10" Type="http://schemas.openxmlformats.org/officeDocument/2006/relationships/chart" Target="../charts/chart6.xml"/><Relationship Id="rId4" Type="http://schemas.openxmlformats.org/officeDocument/2006/relationships/tags" Target="../tags/tag67.xml"/><Relationship Id="rId9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chart" Target="../charts/chart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7.bin"/><Relationship Id="rId4" Type="http://schemas.microsoft.com/office/2018/10/relationships/comments" Target="../comments/modernComment_130_481DE0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.xml"/><Relationship Id="rId6" Type="http://schemas.openxmlformats.org/officeDocument/2006/relationships/chart" Target="../charts/chart8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8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Relationship Id="rId6" Type="http://schemas.openxmlformats.org/officeDocument/2006/relationships/chart" Target="../charts/chart9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9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.xml"/><Relationship Id="rId6" Type="http://schemas.openxmlformats.org/officeDocument/2006/relationships/chart" Target="../charts/chart10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tags" Target="../tags/tag86.xml"/><Relationship Id="rId18" Type="http://schemas.openxmlformats.org/officeDocument/2006/relationships/chart" Target="../charts/chart11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17" Type="http://schemas.openxmlformats.org/officeDocument/2006/relationships/image" Target="../media/image2.emf"/><Relationship Id="rId2" Type="http://schemas.openxmlformats.org/officeDocument/2006/relationships/tags" Target="../tags/tag75.xml"/><Relationship Id="rId16" Type="http://schemas.openxmlformats.org/officeDocument/2006/relationships/oleObject" Target="../embeddings/oleObject41.bin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5" Type="http://schemas.openxmlformats.org/officeDocument/2006/relationships/tags" Target="../tags/tag78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83.xml"/><Relationship Id="rId19" Type="http://schemas.openxmlformats.org/officeDocument/2006/relationships/chart" Target="../charts/chart12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microsoft.com/office/2018/10/relationships/comments" Target="../comments/modernComment_137_D0EB71F.xml"/><Relationship Id="rId7" Type="http://schemas.openxmlformats.org/officeDocument/2006/relationships/image" Target="../media/image100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.xml"/><Relationship Id="rId6" Type="http://schemas.openxmlformats.org/officeDocument/2006/relationships/image" Target="../media/image99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102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.xml"/><Relationship Id="rId5" Type="http://schemas.openxmlformats.org/officeDocument/2006/relationships/chart" Target="../charts/chart13.xml"/><Relationship Id="rId4" Type="http://schemas.openxmlformats.org/officeDocument/2006/relationships/image" Target="../media/image2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0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4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1.xml"/><Relationship Id="rId4" Type="http://schemas.openxmlformats.org/officeDocument/2006/relationships/image" Target="../media/image2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-jorge-rosas/" TargetMode="External"/><Relationship Id="rId13" Type="http://schemas.openxmlformats.org/officeDocument/2006/relationships/image" Target="../media/image105.jpeg"/><Relationship Id="rId3" Type="http://schemas.openxmlformats.org/officeDocument/2006/relationships/notesSlide" Target="../notesSlides/notesSlide17.xml"/><Relationship Id="rId7" Type="http://schemas.openxmlformats.org/officeDocument/2006/relationships/hyperlink" Target="http://www.linkedin.com/in/jayamy-camacho-monteiro" TargetMode="External"/><Relationship Id="rId12" Type="http://schemas.openxmlformats.org/officeDocument/2006/relationships/image" Target="../media/image104.jpe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08.jpeg"/><Relationship Id="rId1" Type="http://schemas.openxmlformats.org/officeDocument/2006/relationships/tags" Target="../tags/tag92.xml"/><Relationship Id="rId6" Type="http://schemas.openxmlformats.org/officeDocument/2006/relationships/hyperlink" Target="https://www.linkedin.com/in/leandrobarreira-/" TargetMode="External"/><Relationship Id="rId11" Type="http://schemas.openxmlformats.org/officeDocument/2006/relationships/image" Target="../media/image103.jpeg"/><Relationship Id="rId5" Type="http://schemas.openxmlformats.org/officeDocument/2006/relationships/image" Target="../media/image2.emf"/><Relationship Id="rId15" Type="http://schemas.openxmlformats.org/officeDocument/2006/relationships/image" Target="../media/image107.jpeg"/><Relationship Id="rId10" Type="http://schemas.openxmlformats.org/officeDocument/2006/relationships/hyperlink" Target="https://www.linkedin.com/in/juan-pablo-posada-villa/" TargetMode="External"/><Relationship Id="rId4" Type="http://schemas.openxmlformats.org/officeDocument/2006/relationships/oleObject" Target="../embeddings/oleObject46.bin"/><Relationship Id="rId9" Type="http://schemas.openxmlformats.org/officeDocument/2006/relationships/hyperlink" Target="https://www.linkedin.com/in/valentina-pispers-a8b913249?utm_source=share&amp;utm_campaign=share_via&amp;utm_content=profile&amp;utm_medium=ios_app" TargetMode="External"/><Relationship Id="rId14" Type="http://schemas.openxmlformats.org/officeDocument/2006/relationships/image" Target="../media/image10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7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4.xml"/><Relationship Id="rId6" Type="http://schemas.openxmlformats.org/officeDocument/2006/relationships/image" Target="../media/image109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4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4498BAE-5A23-0634-CE46-A985FB476A4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258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5" imgH="416" progId="TCLayout.ActiveDocument.1">
                  <p:embed/>
                </p:oleObj>
              </mc:Choice>
              <mc:Fallback>
                <p:oleObj name="think-cell Slide" r:id="rId5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498BAE-5A23-0634-CE46-A985FB476A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18284F-35FA-8512-F3C5-22816360F7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noProof="0"/>
              <a:t>Investment Team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82197-1D3F-8914-D7DF-7FF237AC45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7" y="3100680"/>
            <a:ext cx="5739205" cy="88816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6000" noProof="0"/>
              <a:t>Verizon Communications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1EE1B-DFF6-DAEE-566E-0AB4B6D3623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8616DE1-7385-4178-B2F9-4256FCD68B05}" type="datetime3">
              <a:rPr lang="en-US" noProof="0" smtClean="0"/>
              <a:t>20 April 2026</a:t>
            </a:fld>
            <a:endParaRPr lang="en-GB" noProof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22A92091-F369-190F-EF26-A7A5E23F2A4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22800" y="6091200"/>
            <a:ext cx="1376363" cy="239971"/>
          </a:xfrm>
        </p:spPr>
        <p:txBody>
          <a:bodyPr/>
          <a:lstStyle/>
          <a:p>
            <a:r>
              <a:rPr lang="en-GB"/>
              <a:t>Spring 2026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498873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F67F64A-8541-4293-EEA9-3F40F2B8920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8658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67F64A-8541-4293-EEA9-3F40F2B892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307AC0E-4A9D-2B2A-7C5F-8B5208D52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/>
              <a:t>First Glance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3D524-E137-951D-71FF-9871166BCC1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/>
              <a:t>Verizon Communications Inc.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0ADAC-B9AC-BADC-EAB1-6DA32C1A61B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4D0001A6-2040-4AA6-868C-6E5B0E45D895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64693E-0E19-0DEA-C561-9B26170AE142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CA2CD6-53E6-EAF1-EFBA-9B93BD22F372}"/>
              </a:ext>
            </a:extLst>
          </p:cNvPr>
          <p:cNvSpPr txBox="1"/>
          <p:nvPr/>
        </p:nvSpPr>
        <p:spPr>
          <a:xfrm>
            <a:off x="507999" y="1713656"/>
            <a:ext cx="22056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000" b="1" noProof="0">
                <a:solidFill>
                  <a:schemeClr val="accent2"/>
                </a:solidFill>
                <a:latin typeface="Source Sans Pro"/>
                <a:ea typeface="Source Sans Pro"/>
              </a:rPr>
              <a:t>VZ</a:t>
            </a:r>
          </a:p>
          <a:p>
            <a:pPr algn="ctr"/>
            <a:r>
              <a:rPr lang="en-GB" sz="2000" noProof="0">
                <a:solidFill>
                  <a:schemeClr val="accent1"/>
                </a:solidFill>
                <a:latin typeface="Source Sans Pro"/>
              </a:rPr>
              <a:t>Ticker</a:t>
            </a:r>
            <a:endParaRPr lang="en-GB" sz="2000" noProof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04F87A-0876-B5BC-734A-209652502B0D}"/>
              </a:ext>
            </a:extLst>
          </p:cNvPr>
          <p:cNvSpPr txBox="1"/>
          <p:nvPr/>
        </p:nvSpPr>
        <p:spPr>
          <a:xfrm>
            <a:off x="3076971" y="1726811"/>
            <a:ext cx="22056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000" b="1" noProof="0">
                <a:solidFill>
                  <a:schemeClr val="accent2"/>
                </a:solidFill>
                <a:latin typeface="Source Sans Pro"/>
                <a:ea typeface="Source Sans Pro"/>
              </a:rPr>
              <a:t>FI</a:t>
            </a:r>
          </a:p>
          <a:p>
            <a:pPr algn="ctr"/>
            <a:r>
              <a:rPr lang="en-GB" sz="2000" i="1" noProof="0">
                <a:solidFill>
                  <a:schemeClr val="accent1"/>
                </a:solidFill>
                <a:latin typeface="Source Sans Pro"/>
              </a:rPr>
              <a:t>Asset Class</a:t>
            </a:r>
            <a:endParaRPr lang="en-GB" sz="2000" i="1" noProof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4A8CE0-DCE7-3277-E23A-6CC7D90C6D8A}"/>
              </a:ext>
            </a:extLst>
          </p:cNvPr>
          <p:cNvSpPr txBox="1"/>
          <p:nvPr/>
        </p:nvSpPr>
        <p:spPr>
          <a:xfrm>
            <a:off x="5683236" y="3210446"/>
            <a:ext cx="22056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000" b="1" noProof="0">
                <a:solidFill>
                  <a:schemeClr val="accent2"/>
                </a:solidFill>
                <a:latin typeface="Source Sans Pro"/>
                <a:ea typeface="Source Sans Pro"/>
              </a:rPr>
              <a:t>USD</a:t>
            </a:r>
          </a:p>
          <a:p>
            <a:pPr algn="ctr"/>
            <a:r>
              <a:rPr lang="en-GB" sz="2000" noProof="0">
                <a:solidFill>
                  <a:schemeClr val="accent1"/>
                </a:solidFill>
                <a:latin typeface="Source Sans Pro"/>
              </a:rPr>
              <a:t>Currency</a:t>
            </a:r>
            <a:endParaRPr lang="en-GB" sz="2000" noProof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7B673B-E5C7-E427-6A86-43C218D54258}"/>
              </a:ext>
            </a:extLst>
          </p:cNvPr>
          <p:cNvSpPr txBox="1"/>
          <p:nvPr/>
        </p:nvSpPr>
        <p:spPr>
          <a:xfrm>
            <a:off x="532772" y="3455590"/>
            <a:ext cx="238254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noProof="0">
                <a:solidFill>
                  <a:schemeClr val="accent2"/>
                </a:solidFill>
                <a:latin typeface="Source Sans Pro"/>
                <a:ea typeface="Source Sans Pro"/>
              </a:rPr>
              <a:t>Communication Services</a:t>
            </a:r>
            <a:endParaRPr lang="en-GB" sz="4400" b="1" noProof="0">
              <a:solidFill>
                <a:schemeClr val="accent2"/>
              </a:solidFill>
              <a:latin typeface="Source Sans Pro"/>
              <a:ea typeface="Source Sans Pro"/>
            </a:endParaRPr>
          </a:p>
          <a:p>
            <a:pPr algn="ctr"/>
            <a:r>
              <a:rPr lang="en-GB" sz="2000" noProof="0">
                <a:solidFill>
                  <a:schemeClr val="accent1"/>
                </a:solidFill>
                <a:latin typeface="Source Sans Pro"/>
              </a:rPr>
              <a:t>Sector</a:t>
            </a:r>
            <a:endParaRPr lang="en-GB" sz="2000" noProof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48DF74-09F7-CCE1-AFAA-45CAEF587EA8}"/>
              </a:ext>
            </a:extLst>
          </p:cNvPr>
          <p:cNvSpPr txBox="1"/>
          <p:nvPr/>
        </p:nvSpPr>
        <p:spPr>
          <a:xfrm>
            <a:off x="3107342" y="3252007"/>
            <a:ext cx="22387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000" b="1">
                <a:solidFill>
                  <a:schemeClr val="accent2"/>
                </a:solidFill>
                <a:latin typeface="Source Sans Pro"/>
                <a:ea typeface="Source Sans Pro"/>
              </a:rPr>
              <a:t>194</a:t>
            </a:r>
            <a:r>
              <a:rPr lang="en-GB" sz="4000" b="1" noProof="0">
                <a:solidFill>
                  <a:schemeClr val="accent2"/>
                </a:solidFill>
                <a:latin typeface="Source Sans Pro"/>
                <a:ea typeface="Source Sans Pro"/>
              </a:rPr>
              <a:t>.6</a:t>
            </a:r>
            <a:r>
              <a:rPr lang="en-GB" sz="2000" b="1" noProof="0">
                <a:solidFill>
                  <a:schemeClr val="accent2"/>
                </a:solidFill>
                <a:latin typeface="Source Sans Pro"/>
                <a:ea typeface="Source Sans Pro"/>
              </a:rPr>
              <a:t>bn</a:t>
            </a:r>
            <a:endParaRPr lang="en-GB" sz="6000" b="1" noProof="0">
              <a:solidFill>
                <a:schemeClr val="accent2"/>
              </a:solidFill>
              <a:latin typeface="Source Sans Pro"/>
              <a:ea typeface="Source Sans Pro"/>
            </a:endParaRPr>
          </a:p>
          <a:p>
            <a:pPr algn="ctr"/>
            <a:r>
              <a:rPr lang="en-GB" sz="2000" noProof="0">
                <a:solidFill>
                  <a:schemeClr val="accent1"/>
                </a:solidFill>
                <a:latin typeface="Source Sans Pro"/>
              </a:rPr>
              <a:t>Market Cap</a:t>
            </a:r>
            <a:endParaRPr lang="en-GB" sz="2000" noProof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74BA2-1680-C9DF-8C0D-54D5298962D6}"/>
              </a:ext>
            </a:extLst>
          </p:cNvPr>
          <p:cNvSpPr txBox="1"/>
          <p:nvPr/>
        </p:nvSpPr>
        <p:spPr>
          <a:xfrm>
            <a:off x="5221837" y="1724974"/>
            <a:ext cx="31284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000" b="1" noProof="0">
                <a:solidFill>
                  <a:schemeClr val="accent2"/>
                </a:solidFill>
                <a:latin typeface="Source Sans Pro"/>
                <a:ea typeface="Source Sans Pro"/>
              </a:rPr>
              <a:t>NYSE</a:t>
            </a:r>
          </a:p>
          <a:p>
            <a:pPr algn="ctr"/>
            <a:r>
              <a:rPr lang="en-GB" sz="2000" i="1" noProof="0">
                <a:solidFill>
                  <a:schemeClr val="accent1"/>
                </a:solidFill>
                <a:latin typeface="Source Sans Pro"/>
              </a:rPr>
              <a:t>Stock Exchange</a:t>
            </a:r>
            <a:endParaRPr lang="en-GB" sz="2000" i="1" noProof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B90A30-BF56-6028-7E53-1CB00DA12DDC}"/>
              </a:ext>
            </a:extLst>
          </p:cNvPr>
          <p:cNvSpPr txBox="1"/>
          <p:nvPr/>
        </p:nvSpPr>
        <p:spPr>
          <a:xfrm>
            <a:off x="507999" y="4647195"/>
            <a:ext cx="22056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000" b="1" noProof="0">
                <a:solidFill>
                  <a:schemeClr val="accent2"/>
                </a:solidFill>
                <a:latin typeface="Source Sans Pro"/>
                <a:ea typeface="Source Sans Pro"/>
              </a:rPr>
              <a:t>A-</a:t>
            </a:r>
          </a:p>
          <a:p>
            <a:pPr algn="ctr"/>
            <a:r>
              <a:rPr lang="en-GB" sz="2000" noProof="0">
                <a:solidFill>
                  <a:schemeClr val="accent1"/>
                </a:solidFill>
                <a:latin typeface="Source Sans Pro"/>
              </a:rPr>
              <a:t>Fitch Rating</a:t>
            </a:r>
            <a:endParaRPr lang="en-GB" sz="2000" noProof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C40644-EAC6-7CBB-315B-C44DF03D9BF7}"/>
              </a:ext>
            </a:extLst>
          </p:cNvPr>
          <p:cNvSpPr txBox="1"/>
          <p:nvPr/>
        </p:nvSpPr>
        <p:spPr>
          <a:xfrm>
            <a:off x="3123898" y="4647195"/>
            <a:ext cx="22056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000" b="1">
                <a:solidFill>
                  <a:schemeClr val="accent2"/>
                </a:solidFill>
                <a:latin typeface="Source Sans Pro"/>
                <a:ea typeface="Source Sans Pro"/>
              </a:rPr>
              <a:t>Baa</a:t>
            </a:r>
            <a:r>
              <a:rPr lang="en-GB" sz="6000" b="1" noProof="0">
                <a:solidFill>
                  <a:schemeClr val="accent2"/>
                </a:solidFill>
                <a:latin typeface="Source Sans Pro"/>
                <a:ea typeface="Source Sans Pro"/>
              </a:rPr>
              <a:t>1</a:t>
            </a:r>
          </a:p>
          <a:p>
            <a:pPr algn="ctr"/>
            <a:r>
              <a:rPr lang="en-GB" sz="2000" noProof="0">
                <a:solidFill>
                  <a:schemeClr val="accent1"/>
                </a:solidFill>
                <a:latin typeface="Source Sans Pro"/>
              </a:rPr>
              <a:t>Moody’s Rating</a:t>
            </a:r>
            <a:endParaRPr lang="en-GB" sz="2000" noProof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1E6FB2-5CEC-B033-EA94-532AD18C0C45}"/>
              </a:ext>
            </a:extLst>
          </p:cNvPr>
          <p:cNvSpPr txBox="1"/>
          <p:nvPr/>
        </p:nvSpPr>
        <p:spPr>
          <a:xfrm>
            <a:off x="5675519" y="4647195"/>
            <a:ext cx="22056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000" b="1">
                <a:solidFill>
                  <a:schemeClr val="accent2"/>
                </a:solidFill>
                <a:latin typeface="Source Sans Pro"/>
                <a:ea typeface="Source Sans Pro"/>
              </a:rPr>
              <a:t>BBB</a:t>
            </a:r>
            <a:r>
              <a:rPr lang="en-GB" sz="6000" b="1" noProof="0">
                <a:solidFill>
                  <a:schemeClr val="accent2"/>
                </a:solidFill>
                <a:latin typeface="Source Sans Pro"/>
                <a:ea typeface="Source Sans Pro"/>
              </a:rPr>
              <a:t>+</a:t>
            </a:r>
          </a:p>
          <a:p>
            <a:pPr algn="ctr"/>
            <a:r>
              <a:rPr lang="en-GB" sz="2000" noProof="0">
                <a:solidFill>
                  <a:schemeClr val="accent1"/>
                </a:solidFill>
                <a:latin typeface="Source Sans Pro"/>
              </a:rPr>
              <a:t>S&amp;P Rating</a:t>
            </a:r>
            <a:endParaRPr lang="en-GB" sz="2000" noProof="0">
              <a:solidFill>
                <a:schemeClr val="accent1"/>
              </a:solidFill>
            </a:endParaRPr>
          </a:p>
        </p:txBody>
      </p:sp>
      <p:sp>
        <p:nvSpPr>
          <p:cNvPr id="17" name="CaixaDeTexto 7">
            <a:extLst>
              <a:ext uri="{FF2B5EF4-FFF2-40B4-BE49-F238E27FC236}">
                <a16:creationId xmlns:a16="http://schemas.microsoft.com/office/drawing/2014/main" id="{B930DE3E-5216-0321-19C9-1FA4C92F39AB}"/>
              </a:ext>
            </a:extLst>
          </p:cNvPr>
          <p:cNvSpPr txBox="1"/>
          <p:nvPr/>
        </p:nvSpPr>
        <p:spPr>
          <a:xfrm>
            <a:off x="8512680" y="5062826"/>
            <a:ext cx="270801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 noProof="0">
                <a:solidFill>
                  <a:srgbClr val="1C2E41"/>
                </a:solidFill>
                <a:latin typeface="Source Sans Pro"/>
                <a:ea typeface="Source Sans Pro"/>
                <a:cs typeface="Calibri"/>
              </a:rPr>
              <a:t>Recommendation:</a:t>
            </a:r>
          </a:p>
          <a:p>
            <a:pPr algn="ctr"/>
            <a:r>
              <a:rPr lang="en-GB" sz="4000" noProof="0">
                <a:latin typeface="Source Sans Pro"/>
                <a:ea typeface="Source Sans Pro"/>
                <a:cs typeface="Calibri"/>
              </a:rPr>
              <a:t> </a:t>
            </a:r>
            <a:r>
              <a:rPr lang="en-GB" sz="4000" b="1" noProof="0">
                <a:solidFill>
                  <a:srgbClr val="00B050"/>
                </a:solidFill>
                <a:latin typeface="Source Sans Pro"/>
                <a:ea typeface="Source Sans Pro"/>
                <a:cs typeface="Calibri"/>
              </a:rPr>
              <a:t>BUY</a:t>
            </a:r>
            <a:endParaRPr lang="en-GB" sz="4000" b="1" noProof="0">
              <a:solidFill>
                <a:srgbClr val="00B050"/>
              </a:solidFill>
              <a:latin typeface="Source Sans Pro"/>
              <a:ea typeface="Source Sans Pro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0260151-C5F3-09E0-71AD-BEBD5C47F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6018" y="3337368"/>
            <a:ext cx="3288708" cy="73781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708D51-E021-DF1F-878F-30C1A18DAAF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53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5FD859F-6480-5E8B-CB73-275584626B7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51041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FD859F-6480-5E8B-CB73-275584626B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451E6F-35B3-073C-BC90-F34B27A7A2A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568246" y="1581014"/>
            <a:ext cx="7188200" cy="584200"/>
          </a:xfrm>
        </p:spPr>
        <p:txBody>
          <a:bodyPr/>
          <a:lstStyle/>
          <a:p>
            <a:r>
              <a:rPr lang="en-GB" noProof="0"/>
              <a:t>Elevator Pitch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E537D-4A20-2C4D-9613-4298691BFE4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68246" y="2321003"/>
            <a:ext cx="7188200" cy="584200"/>
          </a:xfrm>
        </p:spPr>
        <p:txBody>
          <a:bodyPr/>
          <a:lstStyle/>
          <a:p>
            <a:r>
              <a:rPr lang="en-GB" noProof="0"/>
              <a:t>Company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08023-F7D9-C82E-D7B8-5133836EF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568246" y="3800981"/>
            <a:ext cx="7188200" cy="584200"/>
          </a:xfrm>
        </p:spPr>
        <p:txBody>
          <a:bodyPr/>
          <a:lstStyle/>
          <a:p>
            <a:r>
              <a:rPr lang="en-GB" noProof="0"/>
              <a:t>Issuer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9C984C-4A59-B646-EEB1-024651A059C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68246" y="3060992"/>
            <a:ext cx="7188200" cy="584200"/>
          </a:xfrm>
        </p:spPr>
        <p:txBody>
          <a:bodyPr/>
          <a:lstStyle/>
          <a:p>
            <a:r>
              <a:rPr lang="en-GB" noProof="0"/>
              <a:t>Industry 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D45D39-4503-7F33-F71F-A216E7DBFD0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68246" y="4540970"/>
            <a:ext cx="7188200" cy="584200"/>
          </a:xfrm>
        </p:spPr>
        <p:txBody>
          <a:bodyPr/>
          <a:lstStyle/>
          <a:p>
            <a:r>
              <a:rPr lang="en-GB" noProof="0"/>
              <a:t>Bond Analysis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9F5B52-B239-BF37-8F1C-5ECC1D4A4561}"/>
              </a:ext>
            </a:extLst>
          </p:cNvPr>
          <p:cNvSpPr txBox="1">
            <a:spLocks/>
          </p:cNvSpPr>
          <p:nvPr/>
        </p:nvSpPr>
        <p:spPr>
          <a:xfrm>
            <a:off x="2568246" y="5280959"/>
            <a:ext cx="7188200" cy="584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>
                <a:solidFill>
                  <a:schemeClr val="bg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Investment Thesis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889CEE-7088-C516-B28B-8A385020F7AF}"/>
              </a:ext>
            </a:extLst>
          </p:cNvPr>
          <p:cNvSpPr txBox="1">
            <a:spLocks/>
          </p:cNvSpPr>
          <p:nvPr/>
        </p:nvSpPr>
        <p:spPr>
          <a:xfrm>
            <a:off x="2568246" y="6020948"/>
            <a:ext cx="7188200" cy="5842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>
                <a:solidFill>
                  <a:schemeClr val="bg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Recommendation</a:t>
            </a:r>
          </a:p>
        </p:txBody>
      </p:sp>
    </p:spTree>
    <p:extLst>
      <p:ext uri="{BB962C8B-B14F-4D97-AF65-F5344CB8AC3E}">
        <p14:creationId xmlns:p14="http://schemas.microsoft.com/office/powerpoint/2010/main" val="807912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F1081-7478-8A59-3884-AE9B8FB5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D6ACC5-CD1D-D44E-DF5C-993E1B5622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Investment Team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066EE-25F9-1224-6D37-4C0577A398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Elevator Pitch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B5FD-EEFA-2003-1D58-2EF55E9EC19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F1DB94-A111-4C77-8AB2-5B5DBBF19F46}" type="datetime3">
              <a:rPr kumimoji="0" lang="en-US" sz="1400" b="0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20 April 2026</a:t>
            </a:fld>
            <a:endParaRPr kumimoji="0" lang="en-GB" sz="14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243784A0-DF55-CA6A-A5EE-2B1E7797F0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22800" y="6091200"/>
            <a:ext cx="1376363" cy="239971"/>
          </a:xfrm>
        </p:spPr>
        <p:txBody>
          <a:bodyPr/>
          <a:lstStyle/>
          <a:p>
            <a:r>
              <a:rPr lang="en-US"/>
              <a:t>Spring 2026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6628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69286-503B-C8A9-945C-F1ABBBF246C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We are pitching a company that…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2A70D7-0A02-C27F-0527-00C871246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Elevator Pitch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97443C-DE44-5E16-BAF3-9BC9763A68CA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fld id="{DDAECDE7-10DB-4778-9B2D-DA1F75956D2D}" type="datetime3">
              <a:rPr lang="en-US" smtClean="0"/>
              <a:t>20 April 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94896-8C13-7FB2-CCC9-4FBDE28E8C97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055CAA5-2596-AD74-8B84-BC11ACC5D23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953349-F917-A42F-C47B-DDCC668559AD}"/>
              </a:ext>
            </a:extLst>
          </p:cNvPr>
          <p:cNvSpPr txBox="1">
            <a:spLocks/>
          </p:cNvSpPr>
          <p:nvPr/>
        </p:nvSpPr>
        <p:spPr>
          <a:xfrm>
            <a:off x="479424" y="2020205"/>
            <a:ext cx="5468636" cy="1944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2">
                <a:lumMod val="90000"/>
              </a:schemeClr>
            </a:solidFill>
          </a:ln>
        </p:spPr>
        <p:txBody>
          <a:bodyPr wrap="square" lIns="216000" tIns="36000" rIns="216000" rtlCol="0" anchor="ctr">
            <a:noAutofit/>
          </a:bodyPr>
          <a:lstStyle/>
          <a:p>
            <a:pPr algn="ctr"/>
            <a:endParaRPr lang="en-PT" sz="3000" b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4F1D43-5FA7-DAD2-D10F-1F8D98DA8331}"/>
              </a:ext>
            </a:extLst>
          </p:cNvPr>
          <p:cNvSpPr/>
          <p:nvPr/>
        </p:nvSpPr>
        <p:spPr>
          <a:xfrm>
            <a:off x="1682512" y="2114423"/>
            <a:ext cx="4120700" cy="122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3600" b="1">
                <a:solidFill>
                  <a:schemeClr val="accent1"/>
                </a:solidFill>
                <a:latin typeface="Source Sans Pro"/>
              </a:rPr>
              <a:t>Dominant Position</a:t>
            </a:r>
            <a:endParaRPr lang="en-GB" sz="3600" b="1">
              <a:solidFill>
                <a:schemeClr val="accent1"/>
              </a:solidFill>
              <a:latin typeface="Source Sans Pro" panose="020B0503030403020204" pitchFamily="34" charset="0"/>
            </a:endParaRPr>
          </a:p>
          <a:p>
            <a:r>
              <a:rPr lang="en-US" sz="2000" i="1">
                <a:solidFill>
                  <a:schemeClr val="accent1"/>
                </a:solidFill>
                <a:latin typeface="Source Sans Pro"/>
              </a:rPr>
              <a:t>Market leader by revenue with an irreplaceable asset base </a:t>
            </a:r>
            <a:endParaRPr lang="en-GB" sz="2000" i="1">
              <a:solidFill>
                <a:schemeClr val="accent1"/>
              </a:solidFill>
              <a:latin typeface="Source Sans Pr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54BD8A-F2FB-1793-6187-E263B948873C}"/>
              </a:ext>
            </a:extLst>
          </p:cNvPr>
          <p:cNvSpPr txBox="1">
            <a:spLocks/>
          </p:cNvSpPr>
          <p:nvPr/>
        </p:nvSpPr>
        <p:spPr>
          <a:xfrm>
            <a:off x="6243938" y="2020205"/>
            <a:ext cx="5468636" cy="1944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2">
                <a:lumMod val="90000"/>
              </a:schemeClr>
            </a:solidFill>
          </a:ln>
        </p:spPr>
        <p:txBody>
          <a:bodyPr wrap="square" lIns="216000" tIns="36000" rIns="216000" rtlCol="0" anchor="ctr">
            <a:noAutofit/>
          </a:bodyPr>
          <a:lstStyle/>
          <a:p>
            <a:pPr algn="ctr"/>
            <a:endParaRPr lang="en-PT" sz="3000" b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4F3CF9-7CC5-7D94-5CC1-8A92E701346E}"/>
              </a:ext>
            </a:extLst>
          </p:cNvPr>
          <p:cNvSpPr/>
          <p:nvPr/>
        </p:nvSpPr>
        <p:spPr>
          <a:xfrm>
            <a:off x="7371761" y="2114423"/>
            <a:ext cx="4339457" cy="122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3600" b="1">
                <a:solidFill>
                  <a:schemeClr val="accent1"/>
                </a:solidFill>
                <a:latin typeface="Source Sans Pro"/>
              </a:rPr>
              <a:t>Stable Demand</a:t>
            </a:r>
            <a:endParaRPr lang="en-GB" sz="3600" b="1">
              <a:solidFill>
                <a:schemeClr val="accent1"/>
              </a:solidFill>
              <a:latin typeface="Source Sans Pro" panose="020B0503030403020204" pitchFamily="34" charset="0"/>
            </a:endParaRPr>
          </a:p>
          <a:p>
            <a:r>
              <a:rPr lang="en-US" sz="2000" i="1">
                <a:solidFill>
                  <a:schemeClr val="accent1"/>
                </a:solidFill>
                <a:latin typeface="Source Sans Pro"/>
              </a:rPr>
              <a:t>Subscription-based and non-cyclical revenues create a stable and macro-resilient demand</a:t>
            </a:r>
            <a:endParaRPr lang="en-GB" sz="2000" i="1">
              <a:solidFill>
                <a:schemeClr val="accent1"/>
              </a:solidFill>
              <a:latin typeface="Source Sans Pro"/>
            </a:endParaRPr>
          </a:p>
        </p:txBody>
      </p:sp>
      <p:pic>
        <p:nvPicPr>
          <p:cNvPr id="14" name="Picture 13" descr="A person standing with arms raised and a dollar sign above a graph&#10;&#10;Description automatically generated">
            <a:extLst>
              <a:ext uri="{FF2B5EF4-FFF2-40B4-BE49-F238E27FC236}">
                <a16:creationId xmlns:a16="http://schemas.microsoft.com/office/drawing/2014/main" id="{6B64F2D2-1CDF-AC9D-3C7D-3234EB2F5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07" y="2304966"/>
            <a:ext cx="842658" cy="8426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2535DAC-759B-8237-44E1-2307BA84150E}"/>
              </a:ext>
            </a:extLst>
          </p:cNvPr>
          <p:cNvSpPr txBox="1">
            <a:spLocks/>
          </p:cNvSpPr>
          <p:nvPr/>
        </p:nvSpPr>
        <p:spPr>
          <a:xfrm>
            <a:off x="479424" y="4211053"/>
            <a:ext cx="5468636" cy="1944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2">
                <a:lumMod val="90000"/>
              </a:schemeClr>
            </a:solidFill>
          </a:ln>
        </p:spPr>
        <p:txBody>
          <a:bodyPr wrap="square" lIns="216000" tIns="36000" rIns="216000" rtlCol="0" anchor="ctr">
            <a:noAutofit/>
          </a:bodyPr>
          <a:lstStyle/>
          <a:p>
            <a:pPr algn="ctr"/>
            <a:endParaRPr lang="en-PT" sz="3000" b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22AFED-4E0A-3E44-D8F0-01041CC18A45}"/>
              </a:ext>
            </a:extLst>
          </p:cNvPr>
          <p:cNvSpPr/>
          <p:nvPr/>
        </p:nvSpPr>
        <p:spPr>
          <a:xfrm>
            <a:off x="1682513" y="4246277"/>
            <a:ext cx="4245848" cy="17724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3600" b="1">
                <a:solidFill>
                  <a:schemeClr val="accent1"/>
                </a:solidFill>
                <a:latin typeface="Source Sans Pro"/>
              </a:rPr>
              <a:t>FCF Growth</a:t>
            </a:r>
            <a:endParaRPr lang="en-GB" sz="3600" b="1">
              <a:solidFill>
                <a:schemeClr val="accent1"/>
              </a:solidFill>
              <a:latin typeface="Source Sans Pro" panose="020B0503030403020204" pitchFamily="34" charset="0"/>
            </a:endParaRPr>
          </a:p>
          <a:p>
            <a:r>
              <a:rPr lang="en-US" sz="2000" i="1">
                <a:solidFill>
                  <a:schemeClr val="accent1"/>
                </a:solidFill>
                <a:latin typeface="Source Sans Pro"/>
              </a:rPr>
              <a:t>Stable revenues and declining capex intensity generate stable and increasing FCF</a:t>
            </a:r>
            <a:endParaRPr lang="en-GB" sz="2000" i="1">
              <a:solidFill>
                <a:schemeClr val="accent1"/>
              </a:solidFill>
              <a:latin typeface="Source Sans Pro"/>
            </a:endParaRPr>
          </a:p>
          <a:p>
            <a:endParaRPr lang="en-GB" sz="2000" i="1">
              <a:solidFill>
                <a:schemeClr val="accent1"/>
              </a:solidFill>
              <a:latin typeface="Source Sans Pro"/>
              <a:ea typeface="Source Sans Pro"/>
            </a:endParaRPr>
          </a:p>
        </p:txBody>
      </p:sp>
      <p:pic>
        <p:nvPicPr>
          <p:cNvPr id="17" name="Picture 16" descr="A person climbing up a hill with a dollar sign&#10;&#10;Description automatically generated">
            <a:extLst>
              <a:ext uri="{FF2B5EF4-FFF2-40B4-BE49-F238E27FC236}">
                <a16:creationId xmlns:a16="http://schemas.microsoft.com/office/drawing/2014/main" id="{F232D423-8E63-80A6-07C8-D61F311E2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1" y="4366906"/>
            <a:ext cx="917595" cy="9175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F37A58F-141D-2004-447A-F47F9476E1D1}"/>
              </a:ext>
            </a:extLst>
          </p:cNvPr>
          <p:cNvSpPr txBox="1"/>
          <p:nvPr/>
        </p:nvSpPr>
        <p:spPr>
          <a:xfrm>
            <a:off x="6243938" y="4211053"/>
            <a:ext cx="5468636" cy="1944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2">
                <a:lumMod val="90000"/>
              </a:schemeClr>
            </a:solidFill>
          </a:ln>
        </p:spPr>
        <p:txBody>
          <a:bodyPr wrap="square" lIns="216000" tIns="36000" rIns="216000" rtlCol="0" anchor="ctr">
            <a:noAutofit/>
          </a:bodyPr>
          <a:lstStyle/>
          <a:p>
            <a:pPr algn="ctr"/>
            <a:endParaRPr lang="en-PT" sz="3000" b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0DA727-A36A-3BD8-6D6F-36FBF9B5A324}"/>
              </a:ext>
            </a:extLst>
          </p:cNvPr>
          <p:cNvSpPr/>
          <p:nvPr/>
        </p:nvSpPr>
        <p:spPr>
          <a:xfrm>
            <a:off x="7371761" y="4246277"/>
            <a:ext cx="4339457" cy="122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3600" b="1">
                <a:solidFill>
                  <a:schemeClr val="accent1"/>
                </a:solidFill>
                <a:latin typeface="Source Sans Pro" panose="020B0503030403020204" pitchFamily="34" charset="0"/>
              </a:rPr>
              <a:t>Three-Player Market</a:t>
            </a:r>
          </a:p>
          <a:p>
            <a:r>
              <a:rPr lang="en-US" sz="2000" i="1">
                <a:solidFill>
                  <a:schemeClr val="accent1"/>
                </a:solidFill>
                <a:latin typeface="Source Sans Pro"/>
              </a:rPr>
              <a:t>Consolidated market with near-impossible barriers to entry limits risk of new competitive disruption</a:t>
            </a:r>
            <a:endParaRPr lang="en-GB" sz="2000" i="1">
              <a:solidFill>
                <a:schemeClr val="accent1"/>
              </a:solidFill>
              <a:latin typeface="Source Sans Pro"/>
            </a:endParaRPr>
          </a:p>
        </p:txBody>
      </p:sp>
      <p:pic>
        <p:nvPicPr>
          <p:cNvPr id="20" name="Graphic 19" descr="Puzzle pieces with solid fill">
            <a:extLst>
              <a:ext uri="{FF2B5EF4-FFF2-40B4-BE49-F238E27FC236}">
                <a16:creationId xmlns:a16="http://schemas.microsoft.com/office/drawing/2014/main" id="{227CE0EA-62FA-F6CF-56E7-EAC6A3ED7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8788" y="4291668"/>
            <a:ext cx="1076717" cy="1076717"/>
          </a:xfrm>
          <a:prstGeom prst="rect">
            <a:avLst/>
          </a:prstGeom>
        </p:spPr>
      </p:pic>
      <p:pic>
        <p:nvPicPr>
          <p:cNvPr id="21" name="Graphic 20" descr="Crown with solid fill">
            <a:extLst>
              <a:ext uri="{FF2B5EF4-FFF2-40B4-BE49-F238E27FC236}">
                <a16:creationId xmlns:a16="http://schemas.microsoft.com/office/drawing/2014/main" id="{D5C685E1-9944-343D-67FF-DDD7769052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071" y="2109272"/>
            <a:ext cx="914400" cy="914400"/>
          </a:xfrm>
          <a:prstGeom prst="rect">
            <a:avLst/>
          </a:prstGeom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997EF2E-A3BB-CC64-B7DF-A72500FA8B1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An industry leader with a massive infrastructure moat, delivering stable revenues and accelerating cash flow growth</a:t>
            </a:r>
          </a:p>
        </p:txBody>
      </p:sp>
    </p:spTree>
    <p:extLst>
      <p:ext uri="{BB962C8B-B14F-4D97-AF65-F5344CB8AC3E}">
        <p14:creationId xmlns:p14="http://schemas.microsoft.com/office/powerpoint/2010/main" val="958901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0118-3808-4E2A-9F64-B28AF0541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2B07B0-25C3-DE4A-43A7-383BE63845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Investment Team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D7E5A-8C8C-367A-8D15-61BCCA0D60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Company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1BE8B-1976-B34F-9D07-09002495733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F1DB94-A111-4C77-8AB2-5B5DBBF19F46}" type="datetime3">
              <a:rPr kumimoji="0" lang="en-US" sz="1400" b="0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20 April 2026</a:t>
            </a:fld>
            <a:endParaRPr kumimoji="0" lang="en-GB" sz="14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2039850C-D5FE-2A11-4FEB-F57E321F13F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22800" y="6091200"/>
            <a:ext cx="1376363" cy="239971"/>
          </a:xfrm>
        </p:spPr>
        <p:txBody>
          <a:bodyPr/>
          <a:lstStyle/>
          <a:p>
            <a:r>
              <a:rPr lang="en-US"/>
              <a:t>Spring 2026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174800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think-cell data - do not delete" hidden="1">
            <a:extLst>
              <a:ext uri="{FF2B5EF4-FFF2-40B4-BE49-F238E27FC236}">
                <a16:creationId xmlns:a16="http://schemas.microsoft.com/office/drawing/2014/main" id="{AE534360-F8FD-B6BD-31E1-8902480766F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40591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4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534360-F8FD-B6BD-31E1-8902480766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EDFC8DF-7383-946D-6319-979551C13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82" y="507999"/>
            <a:ext cx="11230436" cy="521662"/>
          </a:xfrm>
        </p:spPr>
        <p:txBody>
          <a:bodyPr vert="horz" rIns="0"/>
          <a:lstStyle/>
          <a:p>
            <a:r>
              <a:rPr lang="en-GB" noProof="0"/>
              <a:t>Business Overview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9B8DC00-B84F-8B9C-FCD6-413B2EEA5F7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80000" y="1062371"/>
            <a:ext cx="11232000" cy="285253"/>
          </a:xfrm>
        </p:spPr>
        <p:txBody>
          <a:bodyPr/>
          <a:lstStyle/>
          <a:p>
            <a:r>
              <a:rPr lang="en-GB" noProof="0"/>
              <a:t>Verizon is a leading U.S. telecommunications operator with resilient revenue and strong cash flow generation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B7B236F-2E1F-DF37-EB0E-49EBF4E5C58E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479425" y="6570200"/>
            <a:ext cx="2743200" cy="223000"/>
          </a:xfrm>
        </p:spPr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403563-4A16-4CD8-90C6-A767461248B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20 April 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6888D57B-8FF0-B681-D3EF-20428E47F63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GB" noProof="0"/>
              <a:t>Source: </a:t>
            </a:r>
            <a:r>
              <a:rPr lang="en-US">
                <a:hlinkClick r:id="rId6"/>
              </a:rPr>
              <a:t>Verizon</a:t>
            </a:r>
            <a:r>
              <a:rPr lang="en-GB" noProof="0"/>
              <a:t> </a:t>
            </a:r>
          </a:p>
        </p:txBody>
      </p:sp>
      <p:sp>
        <p:nvSpPr>
          <p:cNvPr id="90" name="Content Placeholder 22">
            <a:extLst>
              <a:ext uri="{FF2B5EF4-FFF2-40B4-BE49-F238E27FC236}">
                <a16:creationId xmlns:a16="http://schemas.microsoft.com/office/drawing/2014/main" id="{FB6B7758-90A5-CF35-3701-E9048AC2891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78801" y="1937317"/>
            <a:ext cx="3621600" cy="2052328"/>
          </a:xfrm>
          <a:noFill/>
        </p:spPr>
        <p:txBody>
          <a:bodyPr vert="horz" lIns="0" tIns="0" rIns="0" bIns="0" rtlCol="0">
            <a:noAutofit/>
          </a:bodyPr>
          <a:lstStyle/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300" noProof="0"/>
              <a:t>Verizon Communications was founded in </a:t>
            </a:r>
            <a:r>
              <a:rPr lang="en-GB" sz="1300" b="1" noProof="0"/>
              <a:t>2000</a:t>
            </a:r>
            <a:r>
              <a:rPr lang="en-GB" sz="1300" noProof="0"/>
              <a:t> in the U.S. by </a:t>
            </a:r>
            <a:r>
              <a:rPr lang="en-GB" sz="1300" b="1" noProof="0"/>
              <a:t>Bell Atlantic</a:t>
            </a:r>
            <a:r>
              <a:rPr lang="en-GB" sz="1300" noProof="0"/>
              <a:t> and </a:t>
            </a:r>
            <a:r>
              <a:rPr lang="en-GB" sz="1300" b="1" noProof="0"/>
              <a:t>GTE</a:t>
            </a:r>
            <a:r>
              <a:rPr lang="en-GB" sz="1300" noProof="0"/>
              <a:t>, initially to establish nationwide scale in wireless and wireline communication services.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300" noProof="0"/>
              <a:t>It is a </a:t>
            </a:r>
            <a:r>
              <a:rPr lang="en-GB" sz="1300" b="1" noProof="0"/>
              <a:t>global telecommunications leader</a:t>
            </a:r>
            <a:r>
              <a:rPr lang="en-GB" sz="1300" noProof="0"/>
              <a:t> known for its pioneering development of </a:t>
            </a:r>
            <a:r>
              <a:rPr lang="en-GB" sz="1300" b="1" noProof="0"/>
              <a:t>5G and </a:t>
            </a:r>
            <a:r>
              <a:rPr lang="en-GB" sz="1300" b="1" noProof="0" err="1"/>
              <a:t>fiber</a:t>
            </a:r>
            <a:r>
              <a:rPr lang="en-GB" sz="1300" b="1" noProof="0"/>
              <a:t> networks</a:t>
            </a:r>
            <a:r>
              <a:rPr lang="en-GB" sz="1300" noProof="0"/>
              <a:t>, </a:t>
            </a:r>
            <a:r>
              <a:rPr lang="en-US" sz="1300"/>
              <a:t>particularly in </a:t>
            </a:r>
            <a:r>
              <a:rPr lang="en-US" sz="1300" b="1"/>
              <a:t>5G network leadership</a:t>
            </a:r>
            <a:r>
              <a:rPr lang="en-US" sz="1300"/>
              <a:t> and </a:t>
            </a:r>
            <a:r>
              <a:rPr lang="en-US" sz="1300" b="1"/>
              <a:t>fixed-mobile convergence</a:t>
            </a:r>
            <a:r>
              <a:rPr lang="en-GB" sz="1300" noProof="0"/>
              <a:t>.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300" noProof="0"/>
              <a:t>The company operates in two main segments, </a:t>
            </a:r>
            <a:r>
              <a:rPr lang="en-GB" sz="1300" b="1" noProof="0"/>
              <a:t>Verizon Consumer</a:t>
            </a:r>
            <a:r>
              <a:rPr lang="en-GB" sz="1300" noProof="0"/>
              <a:t> and </a:t>
            </a:r>
            <a:r>
              <a:rPr lang="en-GB" sz="1300" b="1" noProof="0"/>
              <a:t>Verizon Business</a:t>
            </a:r>
            <a:r>
              <a:rPr lang="en-GB" sz="1300" noProof="0"/>
              <a:t>.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1300" noProof="0"/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1300" noProof="0"/>
          </a:p>
        </p:txBody>
      </p:sp>
      <p:sp>
        <p:nvSpPr>
          <p:cNvPr id="91" name="Text Placeholder 2">
            <a:extLst>
              <a:ext uri="{FF2B5EF4-FFF2-40B4-BE49-F238E27FC236}">
                <a16:creationId xmlns:a16="http://schemas.microsoft.com/office/drawing/2014/main" id="{2657E662-AE36-21DC-AB33-A43C3CEBFA5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78800" y="1454263"/>
            <a:ext cx="3621600" cy="321030"/>
          </a:xfrm>
        </p:spPr>
        <p:txBody>
          <a:bodyPr/>
          <a:lstStyle/>
          <a:p>
            <a:r>
              <a:rPr lang="en-GB" noProof="0"/>
              <a:t>Corporate Overview</a:t>
            </a:r>
          </a:p>
        </p:txBody>
      </p:sp>
      <p:sp>
        <p:nvSpPr>
          <p:cNvPr id="93" name="Text Placeholder 2">
            <a:extLst>
              <a:ext uri="{FF2B5EF4-FFF2-40B4-BE49-F238E27FC236}">
                <a16:creationId xmlns:a16="http://schemas.microsoft.com/office/drawing/2014/main" id="{EFB231CF-5544-684A-85B5-5A7A87257AEC}"/>
              </a:ext>
            </a:extLst>
          </p:cNvPr>
          <p:cNvSpPr txBox="1">
            <a:spLocks/>
          </p:cNvSpPr>
          <p:nvPr/>
        </p:nvSpPr>
        <p:spPr>
          <a:xfrm>
            <a:off x="478800" y="4185549"/>
            <a:ext cx="3628712" cy="32772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CEO</a:t>
            </a:r>
          </a:p>
        </p:txBody>
      </p:sp>
      <p:sp>
        <p:nvSpPr>
          <p:cNvPr id="94" name="Text Placeholder 2">
            <a:extLst>
              <a:ext uri="{FF2B5EF4-FFF2-40B4-BE49-F238E27FC236}">
                <a16:creationId xmlns:a16="http://schemas.microsoft.com/office/drawing/2014/main" id="{6F313641-16BF-D27D-D73F-15C5883773DA}"/>
              </a:ext>
            </a:extLst>
          </p:cNvPr>
          <p:cNvSpPr txBox="1">
            <a:spLocks/>
          </p:cNvSpPr>
          <p:nvPr/>
        </p:nvSpPr>
        <p:spPr>
          <a:xfrm>
            <a:off x="4386864" y="1453585"/>
            <a:ext cx="3518602" cy="32602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Info</a:t>
            </a:r>
          </a:p>
        </p:txBody>
      </p:sp>
      <p:sp>
        <p:nvSpPr>
          <p:cNvPr id="95" name="Text Placeholder 2">
            <a:extLst>
              <a:ext uri="{FF2B5EF4-FFF2-40B4-BE49-F238E27FC236}">
                <a16:creationId xmlns:a16="http://schemas.microsoft.com/office/drawing/2014/main" id="{903FDB44-9550-57B0-6905-C15E6391B8B7}"/>
              </a:ext>
            </a:extLst>
          </p:cNvPr>
          <p:cNvSpPr txBox="1">
            <a:spLocks/>
          </p:cNvSpPr>
          <p:nvPr/>
        </p:nvSpPr>
        <p:spPr>
          <a:xfrm>
            <a:off x="8191931" y="1448819"/>
            <a:ext cx="3519287" cy="32602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Partnerships</a:t>
            </a:r>
          </a:p>
        </p:txBody>
      </p:sp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4C5FB161-7A5C-0E11-3551-5D11B06CE4E0}"/>
              </a:ext>
            </a:extLst>
          </p:cNvPr>
          <p:cNvSpPr txBox="1">
            <a:spLocks/>
          </p:cNvSpPr>
          <p:nvPr/>
        </p:nvSpPr>
        <p:spPr>
          <a:xfrm>
            <a:off x="4386864" y="4185549"/>
            <a:ext cx="7324354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Timeline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1D7E65-A894-91C3-3C53-4B191C5BBC45}"/>
              </a:ext>
            </a:extLst>
          </p:cNvPr>
          <p:cNvCxnSpPr>
            <a:cxnSpLocks/>
            <a:stCxn id="5" idx="2"/>
            <a:endCxn id="12" idx="6"/>
          </p:cNvCxnSpPr>
          <p:nvPr/>
        </p:nvCxnSpPr>
        <p:spPr>
          <a:xfrm>
            <a:off x="4787377" y="5392361"/>
            <a:ext cx="6580222" cy="21682"/>
          </a:xfrm>
          <a:prstGeom prst="line">
            <a:avLst/>
          </a:prstGeom>
          <a:ln w="76200">
            <a:solidFill>
              <a:srgbClr val="193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51A6831B-EACB-3C3C-2F9B-2AF511755524}"/>
              </a:ext>
            </a:extLst>
          </p:cNvPr>
          <p:cNvSpPr/>
          <p:nvPr/>
        </p:nvSpPr>
        <p:spPr>
          <a:xfrm>
            <a:off x="4787377" y="5034994"/>
            <a:ext cx="698741" cy="71473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2000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00A36581-A6B6-3C3B-BA80-7B2F50927D40}"/>
              </a:ext>
            </a:extLst>
          </p:cNvPr>
          <p:cNvSpPr/>
          <p:nvPr/>
        </p:nvSpPr>
        <p:spPr>
          <a:xfrm>
            <a:off x="6257456" y="5061165"/>
            <a:ext cx="698741" cy="71473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2004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0FA8CE2-1EB3-CAE4-CB79-6936778A8F4C}"/>
              </a:ext>
            </a:extLst>
          </p:cNvPr>
          <p:cNvSpPr/>
          <p:nvPr/>
        </p:nvSpPr>
        <p:spPr>
          <a:xfrm>
            <a:off x="9198614" y="5055338"/>
            <a:ext cx="698741" cy="714733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2019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1CBABFA1-6EC3-7E0C-E227-942DA4D7CB79}"/>
              </a:ext>
            </a:extLst>
          </p:cNvPr>
          <p:cNvSpPr/>
          <p:nvPr/>
        </p:nvSpPr>
        <p:spPr>
          <a:xfrm>
            <a:off x="7725233" y="5061166"/>
            <a:ext cx="698741" cy="71473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2010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565654CF-20E5-1541-ACE6-B479C5A6900D}"/>
              </a:ext>
            </a:extLst>
          </p:cNvPr>
          <p:cNvSpPr/>
          <p:nvPr/>
        </p:nvSpPr>
        <p:spPr>
          <a:xfrm>
            <a:off x="10668858" y="5056676"/>
            <a:ext cx="698741" cy="71473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2026</a:t>
            </a:r>
          </a:p>
        </p:txBody>
      </p:sp>
      <p:sp>
        <p:nvSpPr>
          <p:cNvPr id="14" name="Content Placeholder 22">
            <a:extLst>
              <a:ext uri="{FF2B5EF4-FFF2-40B4-BE49-F238E27FC236}">
                <a16:creationId xmlns:a16="http://schemas.microsoft.com/office/drawing/2014/main" id="{8CA64C28-32A4-3416-6328-36DCF03B4591}"/>
              </a:ext>
            </a:extLst>
          </p:cNvPr>
          <p:cNvSpPr txBox="1">
            <a:spLocks/>
          </p:cNvSpPr>
          <p:nvPr/>
        </p:nvSpPr>
        <p:spPr>
          <a:xfrm>
            <a:off x="4483422" y="4787739"/>
            <a:ext cx="1531122" cy="4742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285750" indent="-28575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sz="160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Verizon is founded</a:t>
            </a:r>
          </a:p>
        </p:txBody>
      </p:sp>
      <p:sp>
        <p:nvSpPr>
          <p:cNvPr id="17" name="Content Placeholder 22">
            <a:extLst>
              <a:ext uri="{FF2B5EF4-FFF2-40B4-BE49-F238E27FC236}">
                <a16:creationId xmlns:a16="http://schemas.microsoft.com/office/drawing/2014/main" id="{84619763-7CCF-531B-50D5-56F1DD4320FD}"/>
              </a:ext>
            </a:extLst>
          </p:cNvPr>
          <p:cNvSpPr txBox="1">
            <a:spLocks/>
          </p:cNvSpPr>
          <p:nvPr/>
        </p:nvSpPr>
        <p:spPr>
          <a:xfrm>
            <a:off x="7199109" y="4810645"/>
            <a:ext cx="1862350" cy="47941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defPPr>
              <a:defRPr lang="en-PT"/>
            </a:defPPr>
            <a:lvl1pPr indent="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60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4G network launch</a:t>
            </a:r>
          </a:p>
        </p:txBody>
      </p:sp>
      <p:sp>
        <p:nvSpPr>
          <p:cNvPr id="19" name="Title 4">
            <a:extLst>
              <a:ext uri="{FF2B5EF4-FFF2-40B4-BE49-F238E27FC236}">
                <a16:creationId xmlns:a16="http://schemas.microsoft.com/office/drawing/2014/main" id="{D2BC078D-8F0D-E58A-6C9C-6BAC3343C3E1}"/>
              </a:ext>
            </a:extLst>
          </p:cNvPr>
          <p:cNvSpPr txBox="1">
            <a:spLocks/>
          </p:cNvSpPr>
          <p:nvPr/>
        </p:nvSpPr>
        <p:spPr>
          <a:xfrm>
            <a:off x="4856827" y="1902159"/>
            <a:ext cx="1239173" cy="575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j-ea"/>
                <a:cs typeface="Times New Roman" panose="02020603050405020304" pitchFamily="18" charset="0"/>
              </a:rPr>
              <a:t>+25 years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j-ea"/>
                <a:cs typeface="Times New Roman" panose="02020603050405020304" pitchFamily="18" charset="0"/>
              </a:rPr>
              <a:t> of market leadership</a:t>
            </a:r>
          </a:p>
        </p:txBody>
      </p:sp>
      <p:sp>
        <p:nvSpPr>
          <p:cNvPr id="20" name="Title 4">
            <a:extLst>
              <a:ext uri="{FF2B5EF4-FFF2-40B4-BE49-F238E27FC236}">
                <a16:creationId xmlns:a16="http://schemas.microsoft.com/office/drawing/2014/main" id="{D16C62D9-54D0-FF90-E931-D64F7D36AFFD}"/>
              </a:ext>
            </a:extLst>
          </p:cNvPr>
          <p:cNvSpPr txBox="1">
            <a:spLocks/>
          </p:cNvSpPr>
          <p:nvPr/>
        </p:nvSpPr>
        <p:spPr>
          <a:xfrm>
            <a:off x="4907731" y="2621249"/>
            <a:ext cx="1239173" cy="741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j-ea"/>
                <a:cs typeface="Times New Roman" panose="02020603050405020304" pitchFamily="18" charset="0"/>
              </a:rPr>
              <a:t>$138.2B </a:t>
            </a: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j-ea"/>
                <a:cs typeface="Times New Roman" panose="02020603050405020304" pitchFamily="18" charset="0"/>
              </a:rPr>
              <a:t>2025 Annual</a:t>
            </a:r>
            <a:r>
              <a:rPr lang="en-GB" sz="1300" noProof="0">
                <a:solidFill>
                  <a:srgbClr val="193045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 </a:t>
            </a: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j-ea"/>
                <a:cs typeface="Times New Roman" panose="02020603050405020304" pitchFamily="18" charset="0"/>
              </a:rPr>
              <a:t>Revenue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E998320D-D4F1-DE81-7CF2-648066EB1C92}"/>
              </a:ext>
            </a:extLst>
          </p:cNvPr>
          <p:cNvSpPr txBox="1">
            <a:spLocks/>
          </p:cNvSpPr>
          <p:nvPr/>
        </p:nvSpPr>
        <p:spPr>
          <a:xfrm>
            <a:off x="6684886" y="2633624"/>
            <a:ext cx="1239173" cy="741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/>
                <a:ea typeface="Calibri" panose="020F0502020204030204"/>
                <a:cs typeface="Calibri" panose="020F0502020204030204"/>
              </a:rPr>
              <a:t>+1</a:t>
            </a:r>
            <a:r>
              <a:rPr lang="en-GB" sz="1300" b="1" noProof="0">
                <a:solidFill>
                  <a:srgbClr val="193045"/>
                </a:solidFill>
                <a:latin typeface="Source Sans Pro"/>
                <a:ea typeface="Calibri" panose="020F0502020204030204"/>
                <a:cs typeface="Calibri" panose="020F0502020204030204"/>
              </a:rPr>
              <a:t>6M</a:t>
            </a: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/>
                <a:ea typeface="Calibri" panose="020F0502020204030204"/>
                <a:cs typeface="Calibri" panose="020F0502020204030204"/>
              </a:rPr>
              <a:t> Total Broadband Connections</a:t>
            </a:r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/>
              <a:ea typeface="+mj-ea"/>
              <a:cs typeface="+mj-cs"/>
            </a:endParaRPr>
          </a:p>
        </p:txBody>
      </p:sp>
      <p:sp>
        <p:nvSpPr>
          <p:cNvPr id="22" name="Title 4">
            <a:extLst>
              <a:ext uri="{FF2B5EF4-FFF2-40B4-BE49-F238E27FC236}">
                <a16:creationId xmlns:a16="http://schemas.microsoft.com/office/drawing/2014/main" id="{B13B9C89-0DF1-059B-C459-FA9D23C6F76E}"/>
              </a:ext>
            </a:extLst>
          </p:cNvPr>
          <p:cNvSpPr txBox="1">
            <a:spLocks/>
          </p:cNvSpPr>
          <p:nvPr/>
        </p:nvSpPr>
        <p:spPr>
          <a:xfrm>
            <a:off x="6684343" y="1818574"/>
            <a:ext cx="1280647" cy="7412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/>
                <a:ea typeface="Calibri" panose="020F0502020204030204"/>
                <a:cs typeface="Calibri" panose="020F0502020204030204"/>
              </a:rPr>
              <a:t>146.7M</a:t>
            </a: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/>
                <a:ea typeface="Calibri" panose="020F0502020204030204"/>
                <a:cs typeface="Calibri" panose="020F0502020204030204"/>
              </a:rPr>
              <a:t> Total Wireless Connections</a:t>
            </a:r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/>
              <a:ea typeface="Source Sans Pro"/>
              <a:cs typeface="+mj-cs"/>
            </a:endParaRPr>
          </a:p>
        </p:txBody>
      </p:sp>
      <p:sp>
        <p:nvSpPr>
          <p:cNvPr id="23" name="Title 4">
            <a:extLst>
              <a:ext uri="{FF2B5EF4-FFF2-40B4-BE49-F238E27FC236}">
                <a16:creationId xmlns:a16="http://schemas.microsoft.com/office/drawing/2014/main" id="{125E398D-1101-2157-8A55-4FC6D67E69B0}"/>
              </a:ext>
            </a:extLst>
          </p:cNvPr>
          <p:cNvSpPr txBox="1">
            <a:spLocks/>
          </p:cNvSpPr>
          <p:nvPr/>
        </p:nvSpPr>
        <p:spPr>
          <a:xfrm>
            <a:off x="6721281" y="3534662"/>
            <a:ext cx="1153440" cy="421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j-ea"/>
                <a:cs typeface="Times New Roman" panose="02020603050405020304" pitchFamily="18" charset="0"/>
              </a:rPr>
              <a:t>+150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j-ea"/>
                <a:cs typeface="Times New Roman" panose="02020603050405020304" pitchFamily="18" charset="0"/>
              </a:rPr>
              <a:t>countries</a:t>
            </a:r>
          </a:p>
        </p:txBody>
      </p:sp>
      <p:sp>
        <p:nvSpPr>
          <p:cNvPr id="24" name="Title 4">
            <a:extLst>
              <a:ext uri="{FF2B5EF4-FFF2-40B4-BE49-F238E27FC236}">
                <a16:creationId xmlns:a16="http://schemas.microsoft.com/office/drawing/2014/main" id="{D2472AB2-705F-E68C-E58E-191EC26345BB}"/>
              </a:ext>
            </a:extLst>
          </p:cNvPr>
          <p:cNvSpPr txBox="1">
            <a:spLocks/>
          </p:cNvSpPr>
          <p:nvPr/>
        </p:nvSpPr>
        <p:spPr>
          <a:xfrm>
            <a:off x="4907730" y="3475160"/>
            <a:ext cx="1456593" cy="518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PT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1400">
                <a:solidFill>
                  <a:srgbClr val="193045"/>
                </a:solidFill>
                <a:latin typeface="Arial MT"/>
                <a:ea typeface="+mj-ea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/>
                <a:ea typeface="Source Sans Pro"/>
                <a:cs typeface="Calibri"/>
              </a:rPr>
              <a:t>Based in </a:t>
            </a:r>
            <a:r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/>
                <a:ea typeface="Source Sans Pro"/>
                <a:cs typeface="Calibri"/>
              </a:rPr>
              <a:t>New York</a:t>
            </a: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/>
                <a:ea typeface="Source Sans Pro"/>
                <a:cs typeface="Calibri"/>
              </a:rPr>
              <a:t>, NY</a:t>
            </a:r>
          </a:p>
        </p:txBody>
      </p:sp>
      <p:pic>
        <p:nvPicPr>
          <p:cNvPr id="30" name="Graphic 29" descr="Coins outline">
            <a:extLst>
              <a:ext uri="{FF2B5EF4-FFF2-40B4-BE49-F238E27FC236}">
                <a16:creationId xmlns:a16="http://schemas.microsoft.com/office/drawing/2014/main" id="{C8AE1E68-5F6D-C999-7543-14140A220A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26441" y="2764921"/>
            <a:ext cx="457199" cy="457199"/>
          </a:xfrm>
          <a:prstGeom prst="rect">
            <a:avLst/>
          </a:prstGeom>
        </p:spPr>
      </p:pic>
      <p:sp>
        <p:nvSpPr>
          <p:cNvPr id="16" name="Content Placeholder 22">
            <a:extLst>
              <a:ext uri="{FF2B5EF4-FFF2-40B4-BE49-F238E27FC236}">
                <a16:creationId xmlns:a16="http://schemas.microsoft.com/office/drawing/2014/main" id="{DBFE518C-5461-9DDF-B030-4DF103213166}"/>
              </a:ext>
            </a:extLst>
          </p:cNvPr>
          <p:cNvSpPr txBox="1">
            <a:spLocks/>
          </p:cNvSpPr>
          <p:nvPr/>
        </p:nvSpPr>
        <p:spPr>
          <a:xfrm>
            <a:off x="8811435" y="5810588"/>
            <a:ext cx="1531122" cy="219382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40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5G launch</a:t>
            </a:r>
          </a:p>
        </p:txBody>
      </p:sp>
      <p:sp>
        <p:nvSpPr>
          <p:cNvPr id="8" name="Content Placeholder 22">
            <a:extLst>
              <a:ext uri="{FF2B5EF4-FFF2-40B4-BE49-F238E27FC236}">
                <a16:creationId xmlns:a16="http://schemas.microsoft.com/office/drawing/2014/main" id="{CC22C4E1-D3AE-15AC-7084-05E89888CA80}"/>
              </a:ext>
            </a:extLst>
          </p:cNvPr>
          <p:cNvSpPr txBox="1">
            <a:spLocks/>
          </p:cNvSpPr>
          <p:nvPr/>
        </p:nvSpPr>
        <p:spPr>
          <a:xfrm>
            <a:off x="5636026" y="5784411"/>
            <a:ext cx="1915034" cy="4742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285750" indent="-28575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sz="160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GB" sz="1300">
                <a:solidFill>
                  <a:srgbClr val="193045"/>
                </a:solidFill>
              </a:rPr>
              <a:t>Dow Jones &amp; FiOS</a:t>
            </a:r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8" name="Content Placeholder 22">
            <a:extLst>
              <a:ext uri="{FF2B5EF4-FFF2-40B4-BE49-F238E27FC236}">
                <a16:creationId xmlns:a16="http://schemas.microsoft.com/office/drawing/2014/main" id="{03415439-A381-C430-BDFA-F689A5E0D0B2}"/>
              </a:ext>
            </a:extLst>
          </p:cNvPr>
          <p:cNvSpPr txBox="1">
            <a:spLocks/>
          </p:cNvSpPr>
          <p:nvPr/>
        </p:nvSpPr>
        <p:spPr>
          <a:xfrm>
            <a:off x="10087053" y="4803730"/>
            <a:ext cx="1862350" cy="47941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defPPr>
              <a:defRPr lang="en-PT"/>
            </a:defPPr>
            <a:lvl1pPr indent="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  <a:defRPr sz="160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Frontier </a:t>
            </a:r>
            <a:r>
              <a:rPr lang="en-GB" sz="1300">
                <a:solidFill>
                  <a:srgbClr val="193045"/>
                </a:solidFill>
              </a:rPr>
              <a:t>ac</a:t>
            </a:r>
            <a:r>
              <a:rPr kumimoji="0" lang="en-GB" sz="1300" b="0" i="0" u="none" strike="noStrike" kern="1200" cap="none" spc="0" normalizeH="0" baseline="0" noProof="0" err="1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quisition</a:t>
            </a:r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5" name="Content Placeholder 22">
            <a:extLst>
              <a:ext uri="{FF2B5EF4-FFF2-40B4-BE49-F238E27FC236}">
                <a16:creationId xmlns:a16="http://schemas.microsoft.com/office/drawing/2014/main" id="{3D9C94EF-D9C2-B62C-0BEB-58A45C944988}"/>
              </a:ext>
            </a:extLst>
          </p:cNvPr>
          <p:cNvSpPr txBox="1">
            <a:spLocks/>
          </p:cNvSpPr>
          <p:nvPr/>
        </p:nvSpPr>
        <p:spPr>
          <a:xfrm>
            <a:off x="1788206" y="4799122"/>
            <a:ext cx="2319306" cy="1392316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defRPr/>
            </a:pPr>
            <a:r>
              <a:rPr lang="en-GB" sz="1300" b="1" noProof="0">
                <a:solidFill>
                  <a:srgbClr val="193045"/>
                </a:solidFill>
              </a:rPr>
              <a:t>Daniel Schulman </a:t>
            </a: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is </a:t>
            </a:r>
            <a:r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CEO</a:t>
            </a: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 of Verizon, since 2025.</a:t>
            </a:r>
            <a:r>
              <a:rPr lang="en-GB" sz="1300" noProof="0">
                <a:solidFill>
                  <a:srgbClr val="193045"/>
                </a:solidFill>
              </a:rPr>
              <a:t> Previously</a:t>
            </a: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, he was </a:t>
            </a:r>
            <a:r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CEO</a:t>
            </a: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 of </a:t>
            </a:r>
            <a:r>
              <a:rPr lang="en-GB" sz="1300" noProof="0">
                <a:solidFill>
                  <a:srgbClr val="193045"/>
                </a:solidFill>
              </a:rPr>
              <a:t>PayPal</a:t>
            </a:r>
            <a:r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 for </a:t>
            </a:r>
            <a:r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9 years</a:t>
            </a:r>
            <a:r>
              <a:rPr lang="en-GB" sz="1300" noProof="0">
                <a:solidFill>
                  <a:srgbClr val="193045"/>
                </a:solidFill>
              </a:rPr>
              <a:t> </a:t>
            </a:r>
            <a:r>
              <a:rPr lang="en-GB" sz="1300" noProof="0"/>
              <a:t>and held senior roles at </a:t>
            </a:r>
            <a:r>
              <a:rPr lang="en-GB" sz="1300" b="1" noProof="0"/>
              <a:t>AT&amp;T </a:t>
            </a:r>
            <a:r>
              <a:rPr lang="en-GB" sz="1300" noProof="0"/>
              <a:t>and </a:t>
            </a:r>
            <a:r>
              <a:rPr lang="en-GB" sz="1300" b="1" noProof="0"/>
              <a:t>American Express.</a:t>
            </a:r>
            <a:endParaRPr kumimoji="0" lang="en-GB" sz="1300" b="1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pic>
        <p:nvPicPr>
          <p:cNvPr id="50" name="Marcador de Posição de Conteúdo 19" descr="Calendário mensal com preenchimento sólido">
            <a:extLst>
              <a:ext uri="{FF2B5EF4-FFF2-40B4-BE49-F238E27FC236}">
                <a16:creationId xmlns:a16="http://schemas.microsoft.com/office/drawing/2014/main" id="{C4AFC8EE-E7D1-FE85-F09A-9AA31374D6C5}"/>
              </a:ext>
            </a:extLst>
          </p:cNvPr>
          <p:cNvPicPr>
            <a:picLocks noGrp="1" noChangeAspect="1"/>
          </p:cNvPicPr>
          <p:nvPr>
            <p:ph sz="quarter" idx="38"/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87190" y="1959300"/>
            <a:ext cx="474209" cy="474209"/>
          </a:xfrm>
        </p:spPr>
      </p:pic>
      <p:pic>
        <p:nvPicPr>
          <p:cNvPr id="52" name="Gráfico 21" descr="Banco com preenchimento sólido">
            <a:extLst>
              <a:ext uri="{FF2B5EF4-FFF2-40B4-BE49-F238E27FC236}">
                <a16:creationId xmlns:a16="http://schemas.microsoft.com/office/drawing/2014/main" id="{2A51697C-9510-3402-3E60-8F7E21DA1D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20850" y="3472439"/>
            <a:ext cx="462790" cy="462790"/>
          </a:xfrm>
          <a:prstGeom prst="rect">
            <a:avLst/>
          </a:prstGeom>
        </p:spPr>
      </p:pic>
      <p:pic>
        <p:nvPicPr>
          <p:cNvPr id="53" name="Gráfico 20" descr="Globo terrestre: Américas com preenchimento sólido">
            <a:extLst>
              <a:ext uri="{FF2B5EF4-FFF2-40B4-BE49-F238E27FC236}">
                <a16:creationId xmlns:a16="http://schemas.microsoft.com/office/drawing/2014/main" id="{2257B2BA-5674-2B22-59BF-82CD31910D5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89063" y="3508678"/>
            <a:ext cx="460643" cy="460643"/>
          </a:xfrm>
          <a:prstGeom prst="rect">
            <a:avLst/>
          </a:prstGeom>
        </p:spPr>
      </p:pic>
      <p:pic>
        <p:nvPicPr>
          <p:cNvPr id="55" name="Gráfico 24" descr="Troféu com preenchimento sólido">
            <a:extLst>
              <a:ext uri="{FF2B5EF4-FFF2-40B4-BE49-F238E27FC236}">
                <a16:creationId xmlns:a16="http://schemas.microsoft.com/office/drawing/2014/main" id="{579C0993-6995-C564-B4E0-9F90B0896AA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97207" y="1942098"/>
            <a:ext cx="457200" cy="457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73A8BD1-6DC1-C30A-37B3-E9079CCE815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6756" y="4803730"/>
            <a:ext cx="1133538" cy="1214974"/>
          </a:xfrm>
          <a:prstGeom prst="rect">
            <a:avLst/>
          </a:prstGeom>
        </p:spPr>
      </p:pic>
      <p:pic>
        <p:nvPicPr>
          <p:cNvPr id="43" name="Graphic 42" descr="Wi-Fi with solid fill">
            <a:extLst>
              <a:ext uri="{FF2B5EF4-FFF2-40B4-BE49-F238E27FC236}">
                <a16:creationId xmlns:a16="http://schemas.microsoft.com/office/drawing/2014/main" id="{02D7C5AD-93FB-09F7-345B-46FE765D5A5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22293" y="2697285"/>
            <a:ext cx="594182" cy="594182"/>
          </a:xfrm>
          <a:prstGeom prst="rect">
            <a:avLst/>
          </a:prstGeom>
        </p:spPr>
      </p:pic>
      <p:sp>
        <p:nvSpPr>
          <p:cNvPr id="4" name="AutoShape 2" descr="Frontier Internet Packages &amp; Pricing | Allconnect">
            <a:extLst>
              <a:ext uri="{FF2B5EF4-FFF2-40B4-BE49-F238E27FC236}">
                <a16:creationId xmlns:a16="http://schemas.microsoft.com/office/drawing/2014/main" id="{82623DAF-8AC5-0414-81E9-CA01E6F20A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AD4A972-31A9-D999-F3A8-ACFA4FC74A1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6652" y="1570533"/>
            <a:ext cx="3241051" cy="121116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A1C6680-C190-4E66-09EC-DD2B490485DB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t="22346" r="31041" b="44380"/>
          <a:stretch>
            <a:fillRect/>
          </a:stretch>
        </p:blipFill>
        <p:spPr>
          <a:xfrm>
            <a:off x="8752347" y="2602347"/>
            <a:ext cx="2450381" cy="68912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9D74C8D-883A-6186-3168-0462C507249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78183" y="2863212"/>
            <a:ext cx="2857500" cy="1600200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CC5D0B-A83C-EC30-1853-57B3DC20FB8E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608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4B1B5-693F-4222-AF3E-6441F6128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178EC-25F5-1039-3069-4E78165E5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Mission, Values and Competencies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89677-BC33-386B-565F-754C8A616B6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A culture of excellence to deliver the world’s most reliable network through integrated 5G and fiber leadership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0C487-FCBE-5983-6E36-DB4817B085C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800872-F14B-4A88-ACC0-43A68988555A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20 April 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F7A58-545F-6040-7571-BC30BFAF4F1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8FC4A2-6779-4A45-A2ED-B0F52CAF6C85}" type="slidenum">
              <a:rPr kumimoji="0" lang="en-PT" sz="1200" b="0" i="0" u="none" strike="noStrike" kern="1200" cap="none" spc="0" normalizeH="0" baseline="0" noProof="0" smtClean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PT" sz="12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CEEA2B-051E-C245-C915-EC70C5E584C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/>
              <a:t>Source: </a:t>
            </a:r>
            <a:r>
              <a:rPr lang="en-US">
                <a:hlinkClick r:id="rId3"/>
              </a:rPr>
              <a:t>Verizon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70C7AD0-B3C0-79AD-4D8D-8A8DEADE67A4}"/>
              </a:ext>
            </a:extLst>
          </p:cNvPr>
          <p:cNvSpPr txBox="1">
            <a:spLocks/>
          </p:cNvSpPr>
          <p:nvPr/>
        </p:nvSpPr>
        <p:spPr>
          <a:xfrm>
            <a:off x="479425" y="1435709"/>
            <a:ext cx="3718990" cy="32772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Mission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B83AFC6-48B6-B55E-31CA-A5AF16DB8810}"/>
              </a:ext>
            </a:extLst>
          </p:cNvPr>
          <p:cNvSpPr txBox="1">
            <a:spLocks/>
          </p:cNvSpPr>
          <p:nvPr/>
        </p:nvSpPr>
        <p:spPr>
          <a:xfrm>
            <a:off x="470953" y="4519324"/>
            <a:ext cx="3719612" cy="32772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Corporate Values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A31971C-72F3-95FB-629A-442CCC83BE28}"/>
              </a:ext>
            </a:extLst>
          </p:cNvPr>
          <p:cNvSpPr txBox="1">
            <a:spLocks/>
          </p:cNvSpPr>
          <p:nvPr/>
        </p:nvSpPr>
        <p:spPr>
          <a:xfrm>
            <a:off x="478802" y="1880921"/>
            <a:ext cx="3719612" cy="2531385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cs typeface="+mn-cs"/>
            </a:endParaRP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B4921A92-FA0D-985E-6FC4-E219F05A0EEB}"/>
              </a:ext>
            </a:extLst>
          </p:cNvPr>
          <p:cNvSpPr txBox="1">
            <a:spLocks/>
          </p:cNvSpPr>
          <p:nvPr/>
        </p:nvSpPr>
        <p:spPr>
          <a:xfrm>
            <a:off x="478801" y="4954065"/>
            <a:ext cx="3711763" cy="1108107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cs typeface="+mn-cs"/>
            </a:endParaRP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469D860A-79F8-F4A5-0BF9-BFD90C7DAEB5}"/>
              </a:ext>
            </a:extLst>
          </p:cNvPr>
          <p:cNvSpPr txBox="1">
            <a:spLocks/>
          </p:cNvSpPr>
          <p:nvPr/>
        </p:nvSpPr>
        <p:spPr>
          <a:xfrm>
            <a:off x="570806" y="5001588"/>
            <a:ext cx="1769013" cy="986383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Trust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Respect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Accountability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428B584-BE4C-657D-92F2-9F169501488C}"/>
              </a:ext>
            </a:extLst>
          </p:cNvPr>
          <p:cNvSpPr txBox="1">
            <a:spLocks/>
          </p:cNvSpPr>
          <p:nvPr/>
        </p:nvSpPr>
        <p:spPr>
          <a:xfrm>
            <a:off x="455021" y="1870023"/>
            <a:ext cx="3556556" cy="25313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r>
              <a:rPr lang="en-US" sz="1400"/>
              <a:t>Deliver the promise of the digital world by </a:t>
            </a:r>
            <a:r>
              <a:rPr lang="en-US" sz="1400" b="1"/>
              <a:t>connecting</a:t>
            </a:r>
            <a:r>
              <a:rPr lang="en-US" sz="1400"/>
              <a:t> people, businesses and communities through the most </a:t>
            </a:r>
            <a:r>
              <a:rPr lang="en-US" sz="1400" b="1"/>
              <a:t>reliable network</a:t>
            </a:r>
            <a:r>
              <a:rPr lang="en-US" sz="1400"/>
              <a:t> and latest technology</a:t>
            </a: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r>
              <a:rPr lang="en-US" sz="1400"/>
              <a:t>Build and operate the networks that move the world forward, enabling </a:t>
            </a:r>
            <a:r>
              <a:rPr lang="en-US" sz="1400" b="1"/>
              <a:t>communication, commerce</a:t>
            </a:r>
            <a:r>
              <a:rPr lang="en-US" sz="1400"/>
              <a:t> and </a:t>
            </a:r>
            <a:r>
              <a:rPr lang="en-US" sz="1400" b="1"/>
              <a:t>societal</a:t>
            </a:r>
            <a:r>
              <a:rPr lang="en-US" sz="1400"/>
              <a:t> </a:t>
            </a:r>
            <a:r>
              <a:rPr lang="en-US" sz="1400" b="1"/>
              <a:t>connectivity</a:t>
            </a:r>
            <a:r>
              <a:rPr lang="en-US" sz="1400"/>
              <a:t> across the U.S. and global markets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ource Sans Pro" panose="020B0503030403020204" pitchFamily="34" charset="0"/>
              <a:cs typeface="+mn-cs"/>
            </a:endParaRP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594695C-F074-004A-8C4A-906F347D84EC}"/>
              </a:ext>
            </a:extLst>
          </p:cNvPr>
          <p:cNvSpPr txBox="1">
            <a:spLocks/>
          </p:cNvSpPr>
          <p:nvPr/>
        </p:nvSpPr>
        <p:spPr>
          <a:xfrm>
            <a:off x="2640505" y="5014926"/>
            <a:ext cx="1787075" cy="986383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Integrity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Care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300" b="1">
                <a:solidFill>
                  <a:srgbClr val="193045"/>
                </a:solidFill>
              </a:rPr>
              <a:t>E</a:t>
            </a: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xcellence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cs typeface="+mn-cs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47A56CA-7C95-A6A8-842D-76A6E33BFDCF}"/>
              </a:ext>
            </a:extLst>
          </p:cNvPr>
          <p:cNvSpPr txBox="1">
            <a:spLocks/>
          </p:cNvSpPr>
          <p:nvPr/>
        </p:nvSpPr>
        <p:spPr>
          <a:xfrm>
            <a:off x="4314848" y="1426209"/>
            <a:ext cx="7422131" cy="32772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cs typeface="+mn-cs"/>
              </a:rPr>
              <a:t>Core Competencies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A92C2A9A-BA38-7F5D-7BB6-BE815D34A6BE}"/>
              </a:ext>
            </a:extLst>
          </p:cNvPr>
          <p:cNvSpPr txBox="1">
            <a:spLocks/>
          </p:cNvSpPr>
          <p:nvPr/>
        </p:nvSpPr>
        <p:spPr>
          <a:xfrm>
            <a:off x="4306999" y="3530787"/>
            <a:ext cx="2447657" cy="2531385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cs typeface="+mn-cs"/>
            </a:endParaRP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53B79A6B-29D2-D551-328A-371F41BDBFED}"/>
              </a:ext>
            </a:extLst>
          </p:cNvPr>
          <p:cNvSpPr txBox="1">
            <a:spLocks/>
          </p:cNvSpPr>
          <p:nvPr/>
        </p:nvSpPr>
        <p:spPr>
          <a:xfrm>
            <a:off x="6919702" y="3530787"/>
            <a:ext cx="2327994" cy="2531385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cs typeface="+mn-cs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91CC9B2-65DA-F977-E8E9-E711EA1DACAC}"/>
              </a:ext>
            </a:extLst>
          </p:cNvPr>
          <p:cNvSpPr txBox="1">
            <a:spLocks/>
          </p:cNvSpPr>
          <p:nvPr/>
        </p:nvSpPr>
        <p:spPr>
          <a:xfrm>
            <a:off x="9412741" y="3530787"/>
            <a:ext cx="2324237" cy="2531385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476B01-9915-B559-F090-D6F8C5A818AF}"/>
              </a:ext>
            </a:extLst>
          </p:cNvPr>
          <p:cNvSpPr txBox="1"/>
          <p:nvPr/>
        </p:nvSpPr>
        <p:spPr>
          <a:xfrm>
            <a:off x="4353731" y="3579478"/>
            <a:ext cx="2424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5G &amp; Network Leadership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EE94DC-6052-86A3-E8B4-3C46B2DB0F26}"/>
              </a:ext>
            </a:extLst>
          </p:cNvPr>
          <p:cNvSpPr txBox="1"/>
          <p:nvPr/>
        </p:nvSpPr>
        <p:spPr>
          <a:xfrm>
            <a:off x="4314848" y="4222930"/>
            <a:ext cx="2424488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1300">
                <a:solidFill>
                  <a:schemeClr val="accent1"/>
                </a:solidFill>
                <a:latin typeface="Source Sans Pro" panose="020B0503030403020204" pitchFamily="34" charset="0"/>
              </a:rPr>
              <a:t>With over 200 million POPs covered and more than $17 billion in annual capex, Verizon maintains the most </a:t>
            </a:r>
            <a:r>
              <a:rPr lang="en-US" sz="1300" b="1">
                <a:solidFill>
                  <a:schemeClr val="accent1"/>
                </a:solidFill>
                <a:latin typeface="Source Sans Pro" panose="020B0503030403020204" pitchFamily="34" charset="0"/>
              </a:rPr>
              <a:t>reliable wireless network</a:t>
            </a:r>
            <a:r>
              <a:rPr lang="en-US" sz="1300">
                <a:solidFill>
                  <a:schemeClr val="accent1"/>
                </a:solidFill>
                <a:latin typeface="Source Sans Pro" panose="020B0503030403020204" pitchFamily="34" charset="0"/>
              </a:rPr>
              <a:t> in the U.S., consistently ranked #1 in network quality.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ource Sans Pro" panose="020B0503030403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B9F821-A389-F55D-99EC-7DE1E9C7E07D}"/>
              </a:ext>
            </a:extLst>
          </p:cNvPr>
          <p:cNvSpPr txBox="1"/>
          <p:nvPr/>
        </p:nvSpPr>
        <p:spPr>
          <a:xfrm>
            <a:off x="6934301" y="3577365"/>
            <a:ext cx="23242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b="1" err="1">
                <a:solidFill>
                  <a:schemeClr val="accent1"/>
                </a:solidFill>
                <a:latin typeface="Source Sans Pro" panose="020B0503030403020204" pitchFamily="34" charset="0"/>
              </a:rPr>
              <a:t>Fixed</a:t>
            </a:r>
            <a:r>
              <a:rPr lang="pt-PT" sz="1600" b="1">
                <a:solidFill>
                  <a:schemeClr val="accent1"/>
                </a:solidFill>
                <a:latin typeface="Source Sans Pro" panose="020B0503030403020204" pitchFamily="34" charset="0"/>
              </a:rPr>
              <a:t>-Mobile </a:t>
            </a:r>
            <a:r>
              <a:rPr lang="pt-PT" sz="1600" b="1" err="1">
                <a:solidFill>
                  <a:schemeClr val="accent1"/>
                </a:solidFill>
                <a:latin typeface="Source Sans Pro" panose="020B0503030403020204" pitchFamily="34" charset="0"/>
              </a:rPr>
              <a:t>Convergence</a:t>
            </a:r>
            <a:r>
              <a:rPr lang="pt-PT" sz="1600">
                <a:solidFill>
                  <a:schemeClr val="accent1"/>
                </a:solidFill>
                <a:latin typeface="Source Sans Pro" panose="020B0503030403020204" pitchFamily="34" charset="0"/>
              </a:rPr>
              <a:t> 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ource Sans Pro" panose="020B0503030403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29FD12-25B7-E50F-124B-B1DA707C81F7}"/>
              </a:ext>
            </a:extLst>
          </p:cNvPr>
          <p:cNvSpPr txBox="1"/>
          <p:nvPr/>
        </p:nvSpPr>
        <p:spPr>
          <a:xfrm>
            <a:off x="6895396" y="4222930"/>
            <a:ext cx="2376606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1300">
                <a:solidFill>
                  <a:schemeClr val="accent1"/>
                </a:solidFill>
                <a:latin typeface="Source Sans Pro" panose="020B0503030403020204" pitchFamily="34" charset="0"/>
              </a:rPr>
              <a:t>The acquisition of Frontier combined with Fios expansion positions Verizon as the leading integrated </a:t>
            </a:r>
            <a:r>
              <a:rPr lang="en-US" sz="1300" b="1">
                <a:solidFill>
                  <a:schemeClr val="accent1"/>
                </a:solidFill>
                <a:latin typeface="Source Sans Pro" panose="020B0503030403020204" pitchFamily="34" charset="0"/>
              </a:rPr>
              <a:t>wireless and fiber</a:t>
            </a:r>
            <a:r>
              <a:rPr lang="en-US" sz="1300">
                <a:solidFill>
                  <a:schemeClr val="accent1"/>
                </a:solidFill>
                <a:latin typeface="Source Sans Pro" panose="020B0503030403020204" pitchFamily="34" charset="0"/>
              </a:rPr>
              <a:t> platform in the U.S., the foundation of its current growth strategy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ource Sans Pro" panose="020B0503030403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E18608-D0B6-DEC5-A000-7F86A2F205C7}"/>
              </a:ext>
            </a:extLst>
          </p:cNvPr>
          <p:cNvSpPr txBox="1"/>
          <p:nvPr/>
        </p:nvSpPr>
        <p:spPr>
          <a:xfrm>
            <a:off x="9272002" y="3688345"/>
            <a:ext cx="260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PT" sz="1600" b="1" err="1">
                <a:solidFill>
                  <a:schemeClr val="accent1"/>
                </a:solidFill>
                <a:latin typeface="Source Sans Pro" panose="020B0503030403020204" pitchFamily="34" charset="0"/>
              </a:rPr>
              <a:t>Enterprise</a:t>
            </a:r>
            <a:r>
              <a:rPr lang="pt-PT" sz="1600" b="1">
                <a:solidFill>
                  <a:schemeClr val="accent1"/>
                </a:solidFill>
                <a:latin typeface="Source Sans Pro" panose="020B0503030403020204" pitchFamily="34" charset="0"/>
              </a:rPr>
              <a:t> &amp; AI </a:t>
            </a:r>
            <a:r>
              <a:rPr lang="pt-PT" sz="1600" b="1" err="1">
                <a:solidFill>
                  <a:schemeClr val="accent1"/>
                </a:solidFill>
                <a:latin typeface="Source Sans Pro" panose="020B0503030403020204" pitchFamily="34" charset="0"/>
              </a:rPr>
              <a:t>Solutions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ource Sans Pro" panose="020B0503030403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5AED7D-4425-8F84-BEF9-F7A4F762EAEA}"/>
              </a:ext>
            </a:extLst>
          </p:cNvPr>
          <p:cNvSpPr txBox="1"/>
          <p:nvPr/>
        </p:nvSpPr>
        <p:spPr>
          <a:xfrm>
            <a:off x="9387299" y="4222930"/>
            <a:ext cx="237660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1300">
                <a:solidFill>
                  <a:schemeClr val="accent1"/>
                </a:solidFill>
                <a:latin typeface="Source Sans Pro" panose="020B0503030403020204" pitchFamily="34" charset="0"/>
              </a:rPr>
              <a:t>Through private 5G networks, edge computing, and AI-powered services, Verizon is evolving from a connectivity provider into a full </a:t>
            </a:r>
            <a:r>
              <a:rPr lang="en-US" sz="1300" b="1">
                <a:solidFill>
                  <a:schemeClr val="accent1"/>
                </a:solidFill>
                <a:latin typeface="Source Sans Pro" panose="020B0503030403020204" pitchFamily="34" charset="0"/>
              </a:rPr>
              <a:t>digital transformation partner</a:t>
            </a:r>
            <a:r>
              <a:rPr lang="en-US" sz="1300">
                <a:solidFill>
                  <a:schemeClr val="accent1"/>
                </a:solidFill>
                <a:latin typeface="Source Sans Pro" panose="020B0503030403020204" pitchFamily="34" charset="0"/>
              </a:rPr>
              <a:t> for enterprise clients in manufacturing, healthcare, and logistics.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ource Sans Pro" panose="020B0503030403020204" pitchFamily="34" charset="0"/>
            </a:endParaRPr>
          </a:p>
        </p:txBody>
      </p:sp>
      <p:pic>
        <p:nvPicPr>
          <p:cNvPr id="15" name="Graphic 14" descr="Cell Tower with solid fill">
            <a:extLst>
              <a:ext uri="{FF2B5EF4-FFF2-40B4-BE49-F238E27FC236}">
                <a16:creationId xmlns:a16="http://schemas.microsoft.com/office/drawing/2014/main" id="{47076153-2096-273E-FA20-2B4B2D76DF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9964" y="2089290"/>
            <a:ext cx="1307528" cy="1307528"/>
          </a:xfrm>
          <a:prstGeom prst="rect">
            <a:avLst/>
          </a:prstGeom>
        </p:spPr>
      </p:pic>
      <p:pic>
        <p:nvPicPr>
          <p:cNvPr id="18" name="Graphic 17" descr="Wireless router with solid fill">
            <a:extLst>
              <a:ext uri="{FF2B5EF4-FFF2-40B4-BE49-F238E27FC236}">
                <a16:creationId xmlns:a16="http://schemas.microsoft.com/office/drawing/2014/main" id="{649EBFF3-A555-A403-3280-AF585C385B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02559" y="2089290"/>
            <a:ext cx="1307528" cy="1307528"/>
          </a:xfrm>
          <a:prstGeom prst="rect">
            <a:avLst/>
          </a:prstGeom>
        </p:spPr>
      </p:pic>
      <p:pic>
        <p:nvPicPr>
          <p:cNvPr id="22" name="Graphic 21" descr="Briefcase with solid fill">
            <a:extLst>
              <a:ext uri="{FF2B5EF4-FFF2-40B4-BE49-F238E27FC236}">
                <a16:creationId xmlns:a16="http://schemas.microsoft.com/office/drawing/2014/main" id="{F4632BD0-D8B8-6E58-9408-A7743FE7E2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21095" y="2120499"/>
            <a:ext cx="1307528" cy="130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79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6DA08E3-7CC8-6E5D-0931-5841CF203AE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97647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6DA08E3-7CC8-6E5D-0931-5841CF203A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328CA734-DDAD-AB7B-40E1-042A3E96CBBC}"/>
              </a:ext>
            </a:extLst>
          </p:cNvPr>
          <p:cNvSpPr txBox="1">
            <a:spLocks/>
          </p:cNvSpPr>
          <p:nvPr/>
        </p:nvSpPr>
        <p:spPr>
          <a:xfrm>
            <a:off x="7995676" y="4860293"/>
            <a:ext cx="3726424" cy="1315493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cs typeface="+mn-cs"/>
            </a:endParaRP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77CB2B93-C6CB-219A-EA67-B1D55F805C25}"/>
              </a:ext>
            </a:extLst>
          </p:cNvPr>
          <p:cNvSpPr txBox="1">
            <a:spLocks/>
          </p:cNvSpPr>
          <p:nvPr/>
        </p:nvSpPr>
        <p:spPr>
          <a:xfrm>
            <a:off x="4237548" y="4860293"/>
            <a:ext cx="3677796" cy="1315493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cs typeface="+mn-cs"/>
            </a:endParaRP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1CD6AB22-E8CB-FD31-D519-02BC14E3FDAA}"/>
              </a:ext>
            </a:extLst>
          </p:cNvPr>
          <p:cNvSpPr txBox="1">
            <a:spLocks/>
          </p:cNvSpPr>
          <p:nvPr/>
        </p:nvSpPr>
        <p:spPr>
          <a:xfrm>
            <a:off x="479423" y="4860293"/>
            <a:ext cx="3677796" cy="1315493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cs typeface="+mn-cs"/>
            </a:endParaRP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A6DEF700-D310-A598-D0DA-5BF93F3D8BF3}"/>
              </a:ext>
            </a:extLst>
          </p:cNvPr>
          <p:cNvSpPr txBox="1">
            <a:spLocks/>
          </p:cNvSpPr>
          <p:nvPr/>
        </p:nvSpPr>
        <p:spPr>
          <a:xfrm>
            <a:off x="7995670" y="2712488"/>
            <a:ext cx="3715548" cy="1083417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cs typeface="+mn-cs"/>
            </a:endParaRP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79B64C44-7A5F-B59E-F653-E1A48BB594AA}"/>
              </a:ext>
            </a:extLst>
          </p:cNvPr>
          <p:cNvSpPr txBox="1">
            <a:spLocks/>
          </p:cNvSpPr>
          <p:nvPr/>
        </p:nvSpPr>
        <p:spPr>
          <a:xfrm>
            <a:off x="4237542" y="2712488"/>
            <a:ext cx="3677795" cy="1083417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cs typeface="+mn-cs"/>
            </a:endParaRP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4EF2CFBE-42CB-D5E5-EFE5-AEA5FFD97F06}"/>
              </a:ext>
            </a:extLst>
          </p:cNvPr>
          <p:cNvSpPr txBox="1">
            <a:spLocks/>
          </p:cNvSpPr>
          <p:nvPr/>
        </p:nvSpPr>
        <p:spPr>
          <a:xfrm>
            <a:off x="479417" y="2712488"/>
            <a:ext cx="3677795" cy="1083417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C06A0-8317-D01E-9959-B1AD2D028C8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Product &amp; Services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4C4DF0-1C46-C61C-7B2F-5D2749FE8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Product &amp; Services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49391-7CB9-2BDC-32DD-ED1153A4B5F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Providing industry-leading wireless, broadband, and enterprise solutions to power the digital economy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4D482CC-3DA6-8136-485C-87767DA3D844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9E171B-D86A-4BE5-AF63-E214501D8B68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20 April 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A8838-67AD-338D-89D7-1E0AF1152914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8FC4A2-6779-4A45-A2ED-B0F52CAF6C85}" type="slidenum">
              <a:rPr kumimoji="0" lang="en-PT" sz="1200" b="0" i="0" u="none" strike="noStrike" kern="1200" cap="none" spc="0" normalizeH="0" baseline="0" noProof="0" smtClean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PT" sz="1200" b="0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3F49A3-5D80-9822-7CA2-15C17A89BFC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pt-PT" err="1"/>
              <a:t>Source</a:t>
            </a:r>
            <a:r>
              <a:rPr lang="pt-PT"/>
              <a:t>: </a:t>
            </a:r>
            <a:r>
              <a:rPr lang="en-US">
                <a:hlinkClick r:id="rId5"/>
              </a:rPr>
              <a:t>Verizon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A6700D-C654-F9BF-1D99-00DA8FF562BB}"/>
              </a:ext>
            </a:extLst>
          </p:cNvPr>
          <p:cNvSpPr txBox="1"/>
          <p:nvPr/>
        </p:nvSpPr>
        <p:spPr>
          <a:xfrm>
            <a:off x="518521" y="2815007"/>
            <a:ext cx="35632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Consumer </a:t>
            </a:r>
            <a:r>
              <a:rPr lang="en-US" sz="1600" b="1">
                <a:solidFill>
                  <a:srgbClr val="193045"/>
                </a:solidFill>
                <a:latin typeface="Source Sans Pro" panose="020B0503030403020204" pitchFamily="34" charset="0"/>
              </a:rPr>
              <a:t>Wireless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  <a:p>
            <a:pPr lvl="0" algn="just"/>
            <a:r>
              <a:rPr lang="en-US" sz="1300">
                <a:solidFill>
                  <a:schemeClr val="accent1"/>
                </a:solidFill>
                <a:latin typeface="Source Sans Pro" panose="020B0503030403020204" pitchFamily="34" charset="0"/>
              </a:rPr>
              <a:t>Postpaid and prepaid mobile plans powered by the 5G Ultra Wideband network, serving over 146 million connections.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ource Sans Pro" panose="020B0503030403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BA01A9-C7BC-1681-A19A-AA64B460EDFB}"/>
              </a:ext>
            </a:extLst>
          </p:cNvPr>
          <p:cNvSpPr txBox="1"/>
          <p:nvPr/>
        </p:nvSpPr>
        <p:spPr>
          <a:xfrm>
            <a:off x="4237543" y="2812601"/>
            <a:ext cx="367779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Fios (Fiber Broadband)</a:t>
            </a:r>
          </a:p>
          <a:p>
            <a:pPr lvl="0" algn="just"/>
            <a:r>
              <a:rPr lang="en-US" sz="1300">
                <a:solidFill>
                  <a:schemeClr val="accent1"/>
                </a:solidFill>
                <a:latin typeface="Source Sans Pro" panose="020B0503030403020204" pitchFamily="34" charset="0"/>
              </a:rPr>
              <a:t>Premium fiber-optic internet and TV service for homes and businesses, expanded by the Frontier acquisition.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596F52-426D-CD76-AB0C-9DC4EA4BDF46}"/>
              </a:ext>
            </a:extLst>
          </p:cNvPr>
          <p:cNvSpPr txBox="1"/>
          <p:nvPr/>
        </p:nvSpPr>
        <p:spPr>
          <a:xfrm>
            <a:off x="8009175" y="2788436"/>
            <a:ext cx="367779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193045"/>
                </a:solidFill>
                <a:latin typeface="Source Sans Pro" panose="020B0503030403020204" pitchFamily="34" charset="0"/>
              </a:rPr>
              <a:t>Fixed Wireless Access (FWA)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93045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  <a:p>
            <a:pPr lvl="0" algn="just"/>
            <a:r>
              <a:rPr lang="en-US" sz="1300">
                <a:solidFill>
                  <a:schemeClr val="accent1"/>
                </a:solidFill>
                <a:latin typeface="Source Sans Pro" panose="020B0503030403020204" pitchFamily="34" charset="0"/>
              </a:rPr>
              <a:t>Home broadband delivered over 5G, targeting areas without fiber infrastructure and one of Verizon's fastest-growing revenue streams.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D97507-2B16-3F40-B7C3-70A64C3E3A52}"/>
              </a:ext>
            </a:extLst>
          </p:cNvPr>
          <p:cNvSpPr txBox="1"/>
          <p:nvPr/>
        </p:nvSpPr>
        <p:spPr>
          <a:xfrm>
            <a:off x="479417" y="4935570"/>
            <a:ext cx="367779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Verizon Business (Enterprise)</a:t>
            </a:r>
          </a:p>
          <a:p>
            <a:pPr lvl="0" algn="just"/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ource Sans Pro" panose="020B0503030403020204" pitchFamily="34" charset="0"/>
              </a:rPr>
              <a:t> </a:t>
            </a:r>
            <a:r>
              <a:rPr lang="en-US" sz="1300">
                <a:solidFill>
                  <a:schemeClr val="accent1"/>
                </a:solidFill>
                <a:latin typeface="Source Sans Pro" panose="020B0503030403020204" pitchFamily="34" charset="0"/>
              </a:rPr>
              <a:t>Connectivity, security, and cloud solutions tailored for enterprises, governments, and public sector clients.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ource Sans Pro" panose="020B0503030403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6CB91F-208B-289F-2BCC-0B00C1B7F5F7}"/>
              </a:ext>
            </a:extLst>
          </p:cNvPr>
          <p:cNvSpPr txBox="1"/>
          <p:nvPr/>
        </p:nvSpPr>
        <p:spPr>
          <a:xfrm>
            <a:off x="4237544" y="4936192"/>
            <a:ext cx="367779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Private 5G Networks</a:t>
            </a:r>
          </a:p>
          <a:p>
            <a:pPr lvl="0" algn="just"/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ource Sans Pro" panose="020B0503030403020204" pitchFamily="34" charset="0"/>
              </a:rPr>
              <a:t> </a:t>
            </a:r>
            <a:r>
              <a:rPr lang="en-US" sz="1300">
                <a:solidFill>
                  <a:schemeClr val="accent1"/>
                </a:solidFill>
                <a:latin typeface="Source Sans Pro" panose="020B0503030403020204" pitchFamily="34" charset="0"/>
              </a:rPr>
              <a:t>Dedicated on-site 5G infrastructure enabling real-time AI and automation for clients in manufacturing, healthcare, and logistics.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B625DD-87B8-FCD8-9EC7-E0312E381708}"/>
              </a:ext>
            </a:extLst>
          </p:cNvPr>
          <p:cNvSpPr txBox="1"/>
          <p:nvPr/>
        </p:nvSpPr>
        <p:spPr>
          <a:xfrm>
            <a:off x="8009179" y="4935570"/>
            <a:ext cx="366428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193045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Ai Connect &amp; Edge Computing</a:t>
            </a:r>
          </a:p>
          <a:p>
            <a:pPr lvl="0" algn="just"/>
            <a:r>
              <a:rPr lang="en-US" sz="1300">
                <a:solidFill>
                  <a:schemeClr val="accent1"/>
                </a:solidFill>
                <a:latin typeface="Source Sans Pro" panose="020B0503030403020204" pitchFamily="34" charset="0"/>
              </a:rPr>
              <a:t>AI-powered tools and edge solutions developed with NVIDIA, allowing businesses to deploy AI workloads at scale.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ource Sans Pro" panose="020B0503030403020204" pitchFamily="34" charset="0"/>
            </a:endParaRPr>
          </a:p>
        </p:txBody>
      </p:sp>
      <p:pic>
        <p:nvPicPr>
          <p:cNvPr id="10" name="Graphic 9" descr="Smart Phone with solid fill">
            <a:extLst>
              <a:ext uri="{FF2B5EF4-FFF2-40B4-BE49-F238E27FC236}">
                <a16:creationId xmlns:a16="http://schemas.microsoft.com/office/drawing/2014/main" id="{A60701B6-31DB-1E0F-B2CB-883881A81F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07387" y="1818472"/>
            <a:ext cx="914400" cy="914400"/>
          </a:xfrm>
          <a:prstGeom prst="rect">
            <a:avLst/>
          </a:prstGeom>
        </p:spPr>
      </p:pic>
      <p:pic>
        <p:nvPicPr>
          <p:cNvPr id="12" name="Graphic 11" descr="Wireless router with solid fill">
            <a:extLst>
              <a:ext uri="{FF2B5EF4-FFF2-40B4-BE49-F238E27FC236}">
                <a16:creationId xmlns:a16="http://schemas.microsoft.com/office/drawing/2014/main" id="{D050FC44-B639-97CB-AC82-91A23F40E5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31724" y="1898201"/>
            <a:ext cx="914400" cy="914400"/>
          </a:xfrm>
          <a:prstGeom prst="rect">
            <a:avLst/>
          </a:prstGeom>
        </p:spPr>
      </p:pic>
      <p:pic>
        <p:nvPicPr>
          <p:cNvPr id="27" name="Graphic 26" descr="Satellite with solid fill">
            <a:extLst>
              <a:ext uri="{FF2B5EF4-FFF2-40B4-BE49-F238E27FC236}">
                <a16:creationId xmlns:a16="http://schemas.microsoft.com/office/drawing/2014/main" id="{6902E4C1-7C70-66C4-CFCD-963172A67B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84123" y="1878058"/>
            <a:ext cx="914400" cy="914400"/>
          </a:xfrm>
          <a:prstGeom prst="rect">
            <a:avLst/>
          </a:prstGeom>
        </p:spPr>
      </p:pic>
      <p:pic>
        <p:nvPicPr>
          <p:cNvPr id="31" name="Graphic 30" descr="Briefcase with solid fill">
            <a:extLst>
              <a:ext uri="{FF2B5EF4-FFF2-40B4-BE49-F238E27FC236}">
                <a16:creationId xmlns:a16="http://schemas.microsoft.com/office/drawing/2014/main" id="{A80397FD-6D56-25F7-00A1-090A02E82BD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42960" y="4021170"/>
            <a:ext cx="914400" cy="914400"/>
          </a:xfrm>
          <a:prstGeom prst="rect">
            <a:avLst/>
          </a:prstGeom>
        </p:spPr>
      </p:pic>
      <p:pic>
        <p:nvPicPr>
          <p:cNvPr id="35" name="Graphic 34" descr="Building with solid fill">
            <a:extLst>
              <a:ext uri="{FF2B5EF4-FFF2-40B4-BE49-F238E27FC236}">
                <a16:creationId xmlns:a16="http://schemas.microsoft.com/office/drawing/2014/main" id="{BB782C77-5643-8940-6F48-7D550037133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19239" y="3983843"/>
            <a:ext cx="914400" cy="914400"/>
          </a:xfrm>
          <a:prstGeom prst="rect">
            <a:avLst/>
          </a:prstGeom>
        </p:spPr>
      </p:pic>
      <p:pic>
        <p:nvPicPr>
          <p:cNvPr id="38" name="Graphic 37" descr="Processor with solid fill">
            <a:extLst>
              <a:ext uri="{FF2B5EF4-FFF2-40B4-BE49-F238E27FC236}">
                <a16:creationId xmlns:a16="http://schemas.microsoft.com/office/drawing/2014/main" id="{AE00B2D9-A487-7B02-1E19-DDE5BCBA5DE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01688" y="402117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92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80BD5-A86E-AB73-F217-9CF63FDDE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think-cell data - do not delete" hidden="1">
            <a:extLst>
              <a:ext uri="{FF2B5EF4-FFF2-40B4-BE49-F238E27FC236}">
                <a16:creationId xmlns:a16="http://schemas.microsoft.com/office/drawing/2014/main" id="{8737E904-524B-3623-C978-5B2C632BBD6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37E904-524B-3623-C978-5B2C632BBD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Flowchart: Connector 4">
            <a:extLst>
              <a:ext uri="{FF2B5EF4-FFF2-40B4-BE49-F238E27FC236}">
                <a16:creationId xmlns:a16="http://schemas.microsoft.com/office/drawing/2014/main" id="{F0143977-902B-3A03-2A05-1B089C508488}"/>
              </a:ext>
            </a:extLst>
          </p:cNvPr>
          <p:cNvSpPr/>
          <p:nvPr/>
        </p:nvSpPr>
        <p:spPr>
          <a:xfrm>
            <a:off x="5607986" y="1567873"/>
            <a:ext cx="877087" cy="873514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111C9C11-2611-865C-8936-8BDDBC3C43D7}"/>
              </a:ext>
            </a:extLst>
          </p:cNvPr>
          <p:cNvSpPr txBox="1">
            <a:spLocks/>
          </p:cNvSpPr>
          <p:nvPr/>
        </p:nvSpPr>
        <p:spPr>
          <a:xfrm>
            <a:off x="9539707" y="3140959"/>
            <a:ext cx="2182393" cy="2837910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F655B1F6-9027-01FF-7CEB-0F6BA5ECD5C4}"/>
              </a:ext>
            </a:extLst>
          </p:cNvPr>
          <p:cNvSpPr txBox="1">
            <a:spLocks/>
          </p:cNvSpPr>
          <p:nvPr/>
        </p:nvSpPr>
        <p:spPr>
          <a:xfrm>
            <a:off x="7240885" y="3140957"/>
            <a:ext cx="2157058" cy="2827123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9AA4AB3-9F3C-B707-9395-F14CACD9A120}"/>
              </a:ext>
            </a:extLst>
          </p:cNvPr>
          <p:cNvSpPr txBox="1">
            <a:spLocks/>
          </p:cNvSpPr>
          <p:nvPr/>
        </p:nvSpPr>
        <p:spPr>
          <a:xfrm>
            <a:off x="4976360" y="3153169"/>
            <a:ext cx="2098166" cy="2814911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3FEFEB37-7CFA-2317-AC17-6C4AB5760922}"/>
              </a:ext>
            </a:extLst>
          </p:cNvPr>
          <p:cNvSpPr txBox="1">
            <a:spLocks/>
          </p:cNvSpPr>
          <p:nvPr/>
        </p:nvSpPr>
        <p:spPr>
          <a:xfrm>
            <a:off x="2740189" y="3140958"/>
            <a:ext cx="2098166" cy="2837910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5117C856-8C5F-0A15-8EAB-9550E123F4E5}"/>
              </a:ext>
            </a:extLst>
          </p:cNvPr>
          <p:cNvSpPr txBox="1">
            <a:spLocks/>
          </p:cNvSpPr>
          <p:nvPr/>
        </p:nvSpPr>
        <p:spPr>
          <a:xfrm>
            <a:off x="479424" y="3131350"/>
            <a:ext cx="2098166" cy="2842610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3A763-AD36-130B-9A57-29852AFC1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Business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25F1D-C671-42AB-FB2A-1797B54904B9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B4293422-4B31-704D-9D2A-F40F8C10B1A0}" type="datetime3">
              <a:rPr lang="en-US" smtClean="0"/>
              <a:t>20 April 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DAF5C-42AA-2B27-6B0F-BC68FF44419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10</a:t>
            </a:fld>
            <a:endParaRPr lang="en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1CD2BD-F584-E021-A48F-34F8A2A5FF6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/>
              <a:t>Source: </a:t>
            </a:r>
            <a:r>
              <a:rPr lang="en-US">
                <a:hlinkClick r:id="rId6"/>
              </a:rPr>
              <a:t>Verizon</a:t>
            </a:r>
            <a:endParaRPr lang="en-US"/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2348239D-89BF-B9C2-643A-DF48420F258F}"/>
              </a:ext>
            </a:extLst>
          </p:cNvPr>
          <p:cNvSpPr txBox="1">
            <a:spLocks/>
          </p:cNvSpPr>
          <p:nvPr/>
        </p:nvSpPr>
        <p:spPr>
          <a:xfrm>
            <a:off x="485445" y="3186682"/>
            <a:ext cx="2170022" cy="27813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/>
              <a:t>Purchases </a:t>
            </a:r>
            <a:r>
              <a:rPr lang="en-US" sz="1400" b="1"/>
              <a:t>spectrum licenses</a:t>
            </a:r>
            <a:r>
              <a:rPr lang="en-US" sz="1400"/>
              <a:t> from the government, invisible radio frequencies that carry all wireless signals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/>
              <a:t>Invests in </a:t>
            </a:r>
            <a:r>
              <a:rPr lang="en-US" sz="1400" b="1"/>
              <a:t>towers, fiber cables and data centers</a:t>
            </a:r>
            <a:r>
              <a:rPr lang="en-US" sz="1400"/>
              <a:t> that form the physical backbone of its network</a:t>
            </a:r>
            <a:endParaRPr lang="en-US" sz="1400">
              <a:solidFill>
                <a:srgbClr val="193045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97A928-B861-A978-4ACB-F7E07A648C9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Connecting consumers and businesses through a fully integrated wireless and fiber network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C75670F-770D-52E1-272A-760ABD149E5E}"/>
              </a:ext>
            </a:extLst>
          </p:cNvPr>
          <p:cNvGraphicFramePr/>
          <p:nvPr/>
        </p:nvGraphicFramePr>
        <p:xfrm>
          <a:off x="479424" y="2619118"/>
          <a:ext cx="11230435" cy="331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1" name="Flowchart: Connector 4">
            <a:extLst>
              <a:ext uri="{FF2B5EF4-FFF2-40B4-BE49-F238E27FC236}">
                <a16:creationId xmlns:a16="http://schemas.microsoft.com/office/drawing/2014/main" id="{B8597B5D-FA0D-F892-F37D-3FB540D18F91}"/>
              </a:ext>
            </a:extLst>
          </p:cNvPr>
          <p:cNvSpPr/>
          <p:nvPr/>
        </p:nvSpPr>
        <p:spPr>
          <a:xfrm>
            <a:off x="1127262" y="1564251"/>
            <a:ext cx="914400" cy="91440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7" name="Flowchart: Connector 4">
            <a:extLst>
              <a:ext uri="{FF2B5EF4-FFF2-40B4-BE49-F238E27FC236}">
                <a16:creationId xmlns:a16="http://schemas.microsoft.com/office/drawing/2014/main" id="{261A9342-2766-BEF2-8ACA-0A8EEA729A73}"/>
              </a:ext>
            </a:extLst>
          </p:cNvPr>
          <p:cNvSpPr/>
          <p:nvPr/>
        </p:nvSpPr>
        <p:spPr>
          <a:xfrm>
            <a:off x="3363142" y="1564251"/>
            <a:ext cx="877087" cy="873514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9" name="Flowchart: Connector 4">
            <a:extLst>
              <a:ext uri="{FF2B5EF4-FFF2-40B4-BE49-F238E27FC236}">
                <a16:creationId xmlns:a16="http://schemas.microsoft.com/office/drawing/2014/main" id="{BD2937A6-C1E7-8720-C5A1-3819D7AFE52A}"/>
              </a:ext>
            </a:extLst>
          </p:cNvPr>
          <p:cNvSpPr/>
          <p:nvPr/>
        </p:nvSpPr>
        <p:spPr>
          <a:xfrm>
            <a:off x="7852830" y="1559095"/>
            <a:ext cx="877087" cy="873514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40" name="Flowchart: Connector 4">
            <a:extLst>
              <a:ext uri="{FF2B5EF4-FFF2-40B4-BE49-F238E27FC236}">
                <a16:creationId xmlns:a16="http://schemas.microsoft.com/office/drawing/2014/main" id="{59483CA7-BE2D-0AAB-ED28-26B12372D5D7}"/>
              </a:ext>
            </a:extLst>
          </p:cNvPr>
          <p:cNvSpPr/>
          <p:nvPr/>
        </p:nvSpPr>
        <p:spPr>
          <a:xfrm>
            <a:off x="10097674" y="1567873"/>
            <a:ext cx="877087" cy="873514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2BC51C53-F242-73DC-DABA-1E56D1E62FF6}"/>
              </a:ext>
            </a:extLst>
          </p:cNvPr>
          <p:cNvSpPr txBox="1">
            <a:spLocks/>
          </p:cNvSpPr>
          <p:nvPr/>
        </p:nvSpPr>
        <p:spPr>
          <a:xfrm>
            <a:off x="2741413" y="3213243"/>
            <a:ext cx="2096357" cy="29855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/>
              <a:t>Verizon</a:t>
            </a:r>
            <a:r>
              <a:rPr lang="en-US" sz="1400" b="1"/>
              <a:t> builds and expands</a:t>
            </a:r>
            <a:r>
              <a:rPr lang="en-US" sz="1400"/>
              <a:t> wireless and fiber coverage across the U.S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/>
              <a:t>Deploys cutting-edge technologies like </a:t>
            </a:r>
            <a:r>
              <a:rPr lang="en-US" sz="1400" b="1"/>
              <a:t>5G and AI</a:t>
            </a:r>
            <a:r>
              <a:rPr lang="en-US" sz="1400"/>
              <a:t> to improve speed, capacity and efficiency</a:t>
            </a:r>
            <a:endParaRPr lang="en-US" sz="1400">
              <a:solidFill>
                <a:srgbClr val="193045"/>
              </a:solidFill>
            </a:endParaRP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53E20288-7D46-F378-7F81-00B457835DB9}"/>
              </a:ext>
            </a:extLst>
          </p:cNvPr>
          <p:cNvSpPr txBox="1">
            <a:spLocks/>
          </p:cNvSpPr>
          <p:nvPr/>
        </p:nvSpPr>
        <p:spPr>
          <a:xfrm>
            <a:off x="7293476" y="3681910"/>
            <a:ext cx="2037643" cy="29855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endParaRPr lang="en-US" sz="1400">
              <a:solidFill>
                <a:srgbClr val="193045"/>
              </a:solidFill>
            </a:endParaRP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F3681F25-70B3-24F0-3796-BFE93601A6C1}"/>
              </a:ext>
            </a:extLst>
          </p:cNvPr>
          <p:cNvSpPr txBox="1">
            <a:spLocks/>
          </p:cNvSpPr>
          <p:nvPr/>
        </p:nvSpPr>
        <p:spPr>
          <a:xfrm>
            <a:off x="4972601" y="3219019"/>
            <a:ext cx="2184167" cy="29855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/>
              <a:t>Designs </a:t>
            </a:r>
            <a:r>
              <a:rPr lang="en-US" sz="1400" b="1"/>
              <a:t>plans and services</a:t>
            </a:r>
            <a:r>
              <a:rPr lang="en-US" sz="1400"/>
              <a:t> for consumers and businesses, such as </a:t>
            </a:r>
            <a:r>
              <a:rPr lang="en-US" sz="1400" err="1"/>
              <a:t>MyPlan</a:t>
            </a:r>
            <a:r>
              <a:rPr lang="en-US" sz="1400"/>
              <a:t>, Fios internet and IoT solutions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/>
              <a:t>Bundles </a:t>
            </a:r>
            <a:r>
              <a:rPr lang="en-US" sz="1400" b="1"/>
              <a:t>wireless, broadband and content</a:t>
            </a:r>
            <a:r>
              <a:rPr lang="en-US" sz="1400"/>
              <a:t> into tailored packages</a:t>
            </a:r>
            <a:endParaRPr lang="en-US" sz="1400">
              <a:solidFill>
                <a:srgbClr val="193045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28F743-93F0-40DB-B573-4BC503D3A8C0}"/>
              </a:ext>
            </a:extLst>
          </p:cNvPr>
          <p:cNvSpPr txBox="1"/>
          <p:nvPr/>
        </p:nvSpPr>
        <p:spPr>
          <a:xfrm>
            <a:off x="479424" y="2614942"/>
            <a:ext cx="21760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>
                <a:solidFill>
                  <a:schemeClr val="bg1"/>
                </a:solidFill>
                <a:latin typeface="Source Sans Pro" panose="020B0503030403020204" pitchFamily="34" charset="0"/>
              </a:rPr>
              <a:t>Network Assets</a:t>
            </a:r>
            <a:endParaRPr lang="en-GB" sz="1600" i="1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6B5890-1024-26D7-683C-542EB90381F7}"/>
              </a:ext>
            </a:extLst>
          </p:cNvPr>
          <p:cNvSpPr txBox="1"/>
          <p:nvPr/>
        </p:nvSpPr>
        <p:spPr>
          <a:xfrm>
            <a:off x="2728582" y="2618431"/>
            <a:ext cx="2121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>
                <a:solidFill>
                  <a:schemeClr val="bg1"/>
                </a:solidFill>
                <a:latin typeface="Source Sans Pro" panose="020B0503030403020204" pitchFamily="34" charset="0"/>
              </a:rPr>
              <a:t>Network Development</a:t>
            </a:r>
            <a:endParaRPr lang="en-GB" sz="1600" i="1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480508-421D-5D6C-1476-B0A76727FDBB}"/>
              </a:ext>
            </a:extLst>
          </p:cNvPr>
          <p:cNvSpPr txBox="1"/>
          <p:nvPr/>
        </p:nvSpPr>
        <p:spPr>
          <a:xfrm>
            <a:off x="4810000" y="2614942"/>
            <a:ext cx="2229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>
                <a:solidFill>
                  <a:schemeClr val="bg1"/>
                </a:solidFill>
                <a:latin typeface="Source Sans Pro" panose="020B0503030403020204" pitchFamily="34" charset="0"/>
              </a:rPr>
              <a:t>Product Development</a:t>
            </a:r>
            <a:endParaRPr lang="en-GB" sz="1600" i="1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0E36D7-5793-5D18-2B56-64A28EE6ECA5}"/>
              </a:ext>
            </a:extLst>
          </p:cNvPr>
          <p:cNvSpPr txBox="1"/>
          <p:nvPr/>
        </p:nvSpPr>
        <p:spPr>
          <a:xfrm>
            <a:off x="6917299" y="2621577"/>
            <a:ext cx="229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>
                <a:solidFill>
                  <a:schemeClr val="bg1"/>
                </a:solidFill>
                <a:latin typeface="Source Sans Pro" panose="020B0503030403020204" pitchFamily="34" charset="0"/>
              </a:rPr>
              <a:t>Distribution &amp; Sales</a:t>
            </a:r>
            <a:endParaRPr lang="en-GB" sz="1600" i="1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7D4163-5C2B-C374-C04C-F43AB873C098}"/>
              </a:ext>
            </a:extLst>
          </p:cNvPr>
          <p:cNvSpPr txBox="1"/>
          <p:nvPr/>
        </p:nvSpPr>
        <p:spPr>
          <a:xfrm>
            <a:off x="9001760" y="2619873"/>
            <a:ext cx="2708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>
                <a:solidFill>
                  <a:schemeClr val="bg1"/>
                </a:solidFill>
                <a:latin typeface="Source Sans Pro" panose="020B0503030403020204" pitchFamily="34" charset="0"/>
              </a:rPr>
              <a:t>Revenue &amp; Retention</a:t>
            </a:r>
            <a:endParaRPr lang="en-GB" sz="1600" i="1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AA3DD2D1-E050-E39F-2CD8-D887AA02F041}"/>
              </a:ext>
            </a:extLst>
          </p:cNvPr>
          <p:cNvSpPr txBox="1">
            <a:spLocks/>
          </p:cNvSpPr>
          <p:nvPr/>
        </p:nvSpPr>
        <p:spPr>
          <a:xfrm>
            <a:off x="7240411" y="3211335"/>
            <a:ext cx="2263940" cy="29855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/>
              <a:t>Reaches customers through </a:t>
            </a:r>
            <a:r>
              <a:rPr lang="en-US" sz="1400" b="1"/>
              <a:t>retail stores, online platforms</a:t>
            </a:r>
            <a:r>
              <a:rPr lang="en-US" sz="1400"/>
              <a:t> and third-party agents nationwide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/>
              <a:t>Business clients are served by </a:t>
            </a:r>
            <a:r>
              <a:rPr lang="en-US" sz="1400" b="1"/>
              <a:t>dedicated sales teams</a:t>
            </a:r>
            <a:r>
              <a:rPr lang="en-US" sz="1400"/>
              <a:t> and technology partners</a:t>
            </a:r>
            <a:endParaRPr lang="en-US" sz="1400">
              <a:solidFill>
                <a:srgbClr val="193045"/>
              </a:solidFill>
            </a:endParaRPr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1561C03D-7A84-67B1-CD7F-63C198C15EDE}"/>
              </a:ext>
            </a:extLst>
          </p:cNvPr>
          <p:cNvSpPr txBox="1">
            <a:spLocks/>
          </p:cNvSpPr>
          <p:nvPr/>
        </p:nvSpPr>
        <p:spPr>
          <a:xfrm>
            <a:off x="9536533" y="3186682"/>
            <a:ext cx="2201288" cy="29855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/>
              <a:t>Customers pay </a:t>
            </a:r>
            <a:r>
              <a:rPr lang="en-US" sz="1400" b="1"/>
              <a:t>monthly bills</a:t>
            </a:r>
            <a:r>
              <a:rPr lang="en-US" sz="1400"/>
              <a:t> for wireless and broadband, generating stable recurring revenue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/>
              <a:t>Verizon uses </a:t>
            </a:r>
            <a:r>
              <a:rPr lang="en-US" sz="1400" b="1"/>
              <a:t>usage data</a:t>
            </a:r>
            <a:r>
              <a:rPr lang="en-US" sz="1400"/>
              <a:t> to offer upgrades,  perks and new services to existing customers</a:t>
            </a:r>
            <a:endParaRPr lang="en-US" sz="1400">
              <a:solidFill>
                <a:srgbClr val="193045"/>
              </a:solidFill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4F9502C3-BCF7-9429-79C8-4A79745B550B}"/>
              </a:ext>
            </a:extLst>
          </p:cNvPr>
          <p:cNvSpPr txBox="1">
            <a:spLocks/>
          </p:cNvSpPr>
          <p:nvPr/>
        </p:nvSpPr>
        <p:spPr>
          <a:xfrm>
            <a:off x="1980904" y="2279185"/>
            <a:ext cx="1201329" cy="3581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en-US" sz="1400" b="1">
                <a:solidFill>
                  <a:srgbClr val="193045"/>
                </a:solidFill>
              </a:rPr>
              <a:t>2-4 years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4B3A3B3-C7F6-AD24-9221-C876DB6CFBC0}"/>
              </a:ext>
            </a:extLst>
          </p:cNvPr>
          <p:cNvSpPr txBox="1">
            <a:spLocks/>
          </p:cNvSpPr>
          <p:nvPr/>
        </p:nvSpPr>
        <p:spPr>
          <a:xfrm>
            <a:off x="4215435" y="2275794"/>
            <a:ext cx="1305275" cy="3581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en-US" sz="1400" b="1">
                <a:solidFill>
                  <a:srgbClr val="193045"/>
                </a:solidFill>
              </a:rPr>
              <a:t>3-6 months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069B524B-FC61-9629-459D-62D026F8705E}"/>
              </a:ext>
            </a:extLst>
          </p:cNvPr>
          <p:cNvSpPr txBox="1">
            <a:spLocks/>
          </p:cNvSpPr>
          <p:nvPr/>
        </p:nvSpPr>
        <p:spPr>
          <a:xfrm>
            <a:off x="6369074" y="2280822"/>
            <a:ext cx="1403036" cy="3581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en-US" sz="1400" b="1">
                <a:solidFill>
                  <a:srgbClr val="193045"/>
                </a:solidFill>
              </a:rPr>
              <a:t>A few weeks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D1DEFD5D-E2E4-B9F7-D9AC-5B521D214A3B}"/>
              </a:ext>
            </a:extLst>
          </p:cNvPr>
          <p:cNvSpPr txBox="1">
            <a:spLocks/>
          </p:cNvSpPr>
          <p:nvPr/>
        </p:nvSpPr>
        <p:spPr>
          <a:xfrm>
            <a:off x="8637461" y="2276461"/>
            <a:ext cx="1403036" cy="3581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>
              <a:buNone/>
            </a:pPr>
            <a:r>
              <a:rPr lang="en-US" sz="1400" b="1">
                <a:solidFill>
                  <a:srgbClr val="193045"/>
                </a:solidFill>
              </a:rPr>
              <a:t>Immediate</a:t>
            </a:r>
          </a:p>
        </p:txBody>
      </p:sp>
      <p:pic>
        <p:nvPicPr>
          <p:cNvPr id="19" name="Graphic 18" descr="Cell Tower with solid fill">
            <a:extLst>
              <a:ext uri="{FF2B5EF4-FFF2-40B4-BE49-F238E27FC236}">
                <a16:creationId xmlns:a16="http://schemas.microsoft.com/office/drawing/2014/main" id="{529174D3-2959-78DE-B942-09304B43954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22576" y="1652448"/>
            <a:ext cx="749549" cy="749549"/>
          </a:xfrm>
          <a:prstGeom prst="rect">
            <a:avLst/>
          </a:prstGeom>
        </p:spPr>
      </p:pic>
      <p:pic>
        <p:nvPicPr>
          <p:cNvPr id="29" name="Graphic 28" descr="Tools with solid fill">
            <a:extLst>
              <a:ext uri="{FF2B5EF4-FFF2-40B4-BE49-F238E27FC236}">
                <a16:creationId xmlns:a16="http://schemas.microsoft.com/office/drawing/2014/main" id="{9706FA6E-C7A5-E50F-6B9B-4DC145D3AB1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39241" y="1632960"/>
            <a:ext cx="729213" cy="729213"/>
          </a:xfrm>
          <a:prstGeom prst="rect">
            <a:avLst/>
          </a:prstGeom>
        </p:spPr>
      </p:pic>
      <p:pic>
        <p:nvPicPr>
          <p:cNvPr id="41" name="Graphic 40" descr="Lights On with solid fill">
            <a:extLst>
              <a:ext uri="{FF2B5EF4-FFF2-40B4-BE49-F238E27FC236}">
                <a16:creationId xmlns:a16="http://schemas.microsoft.com/office/drawing/2014/main" id="{8AB50017-609D-1BBD-8DA8-00A928AED71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81069" y="1632960"/>
            <a:ext cx="749300" cy="749300"/>
          </a:xfrm>
          <a:prstGeom prst="rect">
            <a:avLst/>
          </a:prstGeom>
        </p:spPr>
      </p:pic>
      <p:pic>
        <p:nvPicPr>
          <p:cNvPr id="46" name="Graphic 45" descr="Store with solid fill">
            <a:extLst>
              <a:ext uri="{FF2B5EF4-FFF2-40B4-BE49-F238E27FC236}">
                <a16:creationId xmlns:a16="http://schemas.microsoft.com/office/drawing/2014/main" id="{7CC76865-83AB-EFA8-8A5D-35E551335EF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925215" y="1625049"/>
            <a:ext cx="749300" cy="749300"/>
          </a:xfrm>
          <a:prstGeom prst="rect">
            <a:avLst/>
          </a:prstGeom>
        </p:spPr>
      </p:pic>
      <p:pic>
        <p:nvPicPr>
          <p:cNvPr id="48" name="Graphic 47" descr="Bar graph with upward trend with solid fill">
            <a:extLst>
              <a:ext uri="{FF2B5EF4-FFF2-40B4-BE49-F238E27FC236}">
                <a16:creationId xmlns:a16="http://schemas.microsoft.com/office/drawing/2014/main" id="{692CB878-31FD-00E1-964D-A09FCF63A4B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161567" y="1629980"/>
            <a:ext cx="7493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7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F511E-51C7-8594-FA04-AD88282AA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67A65022-AD3E-2136-6A3C-F90A477A3A4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7500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7772400" imgH="10058400" progId="TCLayout.ActiveDocument.1">
                  <p:embed/>
                </p:oleObj>
              </mc:Choice>
              <mc:Fallback>
                <p:oleObj name="think-cell Slide" r:id="rId28" imgW="7772400" imgH="10058400" progId="TCLayout.ActiveDocument.1">
                  <p:embed/>
                  <p:pic>
                    <p:nvPicPr>
                      <p:cNvPr id="2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A65022-AD3E-2136-6A3C-F90A477A3A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A23A72-C2E1-2B9D-D003-431A274F8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Revenue Breakdown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F67A0-C421-24F6-E3A3-736EAD3BA2C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Verizon's revenue growth primarily driven by its Consumer segment, as wireless service and Fios broadband play a large role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FCB7D-F022-EE1D-BD9C-BAB6990E336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D34F3029-C542-4050-8E03-2C53CEDEB518}" type="datetime3">
              <a:rPr lang="en-US" smtClean="0"/>
              <a:t>20 April 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8E2A50-A2EB-D6D2-4062-48A2AE7A327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11</a:t>
            </a:fld>
            <a:endParaRPr lang="en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59A5F5-E2CB-2EB5-7F0B-DCB5DE867C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/>
              <a:t>Source: </a:t>
            </a:r>
            <a:r>
              <a:rPr lang="en-US">
                <a:hlinkClick r:id="rId30"/>
              </a:rPr>
              <a:t>FY2025 Q4 Report</a:t>
            </a:r>
            <a:endParaRPr lang="en-US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99FEFE7C-56AB-7562-6539-33DE1E27D944}"/>
              </a:ext>
            </a:extLst>
          </p:cNvPr>
          <p:cNvSpPr txBox="1">
            <a:spLocks/>
          </p:cNvSpPr>
          <p:nvPr/>
        </p:nvSpPr>
        <p:spPr>
          <a:xfrm>
            <a:off x="479425" y="1594957"/>
            <a:ext cx="54648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Revenues Evolution (in $ Billions)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65FE338-92AE-47C0-3B7F-92DC0E24DDC0}"/>
              </a:ext>
            </a:extLst>
          </p:cNvPr>
          <p:cNvSpPr txBox="1">
            <a:spLocks/>
          </p:cNvSpPr>
          <p:nvPr/>
        </p:nvSpPr>
        <p:spPr>
          <a:xfrm>
            <a:off x="6272211" y="1594957"/>
            <a:ext cx="5449889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Revenue Breakdown per Sector and Product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337B4274-EA69-E772-49F6-2D328D48364E}"/>
              </a:ext>
            </a:extLst>
          </p:cNvPr>
          <p:cNvSpPr txBox="1">
            <a:spLocks/>
          </p:cNvSpPr>
          <p:nvPr/>
        </p:nvSpPr>
        <p:spPr>
          <a:xfrm>
            <a:off x="479425" y="4549148"/>
            <a:ext cx="5464800" cy="1530375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76F3BAC6-CC1C-ECAD-FE6C-48B09C69D828}"/>
              </a:ext>
            </a:extLst>
          </p:cNvPr>
          <p:cNvSpPr txBox="1">
            <a:spLocks/>
          </p:cNvSpPr>
          <p:nvPr/>
        </p:nvSpPr>
        <p:spPr>
          <a:xfrm>
            <a:off x="6246418" y="4547172"/>
            <a:ext cx="5464800" cy="1532352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4187BB19-3C28-03D2-263F-E0A57247944C}"/>
              </a:ext>
            </a:extLst>
          </p:cNvPr>
          <p:cNvSpPr txBox="1">
            <a:spLocks/>
          </p:cNvSpPr>
          <p:nvPr/>
        </p:nvSpPr>
        <p:spPr>
          <a:xfrm>
            <a:off x="6248683" y="4565430"/>
            <a:ext cx="5374358" cy="1734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/>
              <a:t>The </a:t>
            </a:r>
            <a:r>
              <a:rPr lang="en-US" sz="1400" b="1"/>
              <a:t>Consumer segment dominates</a:t>
            </a:r>
            <a:r>
              <a:rPr lang="en-US" sz="1400"/>
              <a:t>, representing approximately </a:t>
            </a:r>
            <a:r>
              <a:rPr lang="en-US" sz="1400" b="1"/>
              <a:t>77%</a:t>
            </a:r>
            <a:r>
              <a:rPr lang="en-US" sz="1400"/>
              <a:t> of consolidated revenues in FY2025, supported by postpaid wireless and Fios broadband</a:t>
            </a:r>
          </a:p>
          <a:p>
            <a:pPr marL="285750" indent="-285750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 b="1"/>
              <a:t>Wireless service revenue </a:t>
            </a:r>
            <a:r>
              <a:rPr lang="en-US" sz="1400"/>
              <a:t>and</a:t>
            </a:r>
            <a:r>
              <a:rPr lang="en-US" sz="1400" b="1"/>
              <a:t> Fios </a:t>
            </a:r>
            <a:r>
              <a:rPr lang="en-US" sz="1400"/>
              <a:t>have been the main drivers of revenue stability, with total wireless service revenue reaching </a:t>
            </a:r>
            <a:r>
              <a:rPr lang="en-US" sz="1400" b="1"/>
              <a:t>$83.7 billion</a:t>
            </a:r>
            <a:r>
              <a:rPr lang="en-US" sz="1400"/>
              <a:t>, up from </a:t>
            </a:r>
            <a:r>
              <a:rPr lang="en-US" sz="1400" b="1"/>
              <a:t>$79.5 billion </a:t>
            </a:r>
            <a:r>
              <a:rPr lang="en-US" sz="1400"/>
              <a:t>in FY2023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63C4F818-E74E-061E-3B08-1557D270A5E7}"/>
              </a:ext>
            </a:extLst>
          </p:cNvPr>
          <p:cNvSpPr txBox="1">
            <a:spLocks/>
          </p:cNvSpPr>
          <p:nvPr/>
        </p:nvSpPr>
        <p:spPr>
          <a:xfrm>
            <a:off x="493621" y="4626623"/>
            <a:ext cx="5309591" cy="1452901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/>
              <a:t>Revenue grew steadily, reaching a new high of </a:t>
            </a:r>
            <a:r>
              <a:rPr lang="en-US" b="1"/>
              <a:t>$138.2 billion in FY2025</a:t>
            </a:r>
            <a:r>
              <a:rPr lang="en-US"/>
              <a:t>, driven primarily by </a:t>
            </a:r>
            <a:r>
              <a:rPr lang="en-US" b="1"/>
              <a:t>wireless service revenue growth</a:t>
            </a:r>
            <a:r>
              <a:rPr lang="en-US"/>
              <a:t> and </a:t>
            </a:r>
            <a:r>
              <a:rPr lang="en-US" b="1"/>
              <a:t>broadband expansion</a:t>
            </a:r>
            <a:endParaRPr lang="en-US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/>
              <a:t>Growth was partially offset by </a:t>
            </a:r>
            <a:r>
              <a:rPr lang="en-US" b="1"/>
              <a:t>declining wireline revenues </a:t>
            </a:r>
            <a:r>
              <a:rPr lang="en-US"/>
              <a:t>and continued </a:t>
            </a:r>
            <a:r>
              <a:rPr lang="en-US" b="1"/>
              <a:t>secular pressure </a:t>
            </a:r>
            <a:r>
              <a:rPr lang="en-US"/>
              <a:t>in the Business segment's legacy services</a:t>
            </a:r>
            <a:endParaRPr lang="en-US" sz="1400">
              <a:solidFill>
                <a:srgbClr val="193045"/>
              </a:solidFill>
              <a:ea typeface="Times New Roman" panose="02020603050405020304" pitchFamily="18" charset="0"/>
            </a:endParaRPr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203C424E-725F-1F42-9691-F1CE9778348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91160428"/>
              </p:ext>
            </p:extLst>
          </p:nvPr>
        </p:nvGraphicFramePr>
        <p:xfrm>
          <a:off x="379413" y="2192338"/>
          <a:ext cx="5646737" cy="223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BCB3FB-BF4B-EACF-C8BE-F0BD4BE89EA4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V="1">
            <a:off x="1381125" y="2147888"/>
            <a:ext cx="4054475" cy="1889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7924F0-5E0F-927A-DF91-755A5D8F3752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133475" y="4211638"/>
            <a:ext cx="49530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C9F01A91-14FC-451A-B168-000D7C39F7AF}" type="datetime'''''''''''''''''F''Y'''' ''2''''''0''''21'''''''''''''''''''">
              <a:rPr lang="en-US" altLang="en-US" sz="12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FY 2021</a:t>
            </a:fld>
            <a:endParaRPr lang="en-US" sz="120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58DD419-A957-18E7-1EEB-B5F88BDEFAFF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2146300" y="4211638"/>
            <a:ext cx="49530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45C3E3A8-E575-4841-88E2-0150A9424A71}" type="datetime'FY'''''''''' ''''2''0''''''''2''''''''''''''''''''''''2'''''''">
              <a:rPr lang="en-US" altLang="en-US" sz="12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FY 2022</a:t>
            </a:fld>
            <a:endParaRPr lang="en-US" sz="120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A260426-5216-04B4-5A37-5997A6FC71BC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3160713" y="4211638"/>
            <a:ext cx="49530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71804B1A-1728-430E-9086-DA52E711D2D6}" type="datetime'F''''''''''''''''''''''''''''''''Y ''''''''2''''''02''3'">
              <a:rPr lang="en-US" altLang="en-US" sz="12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FY 2023</a:t>
            </a:fld>
            <a:endParaRPr lang="en-US" sz="120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75A3E06-3307-6D3B-224E-7EE4109A1EF1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4173538" y="4211638"/>
            <a:ext cx="49530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64289457-9C52-4A17-B8D1-0664EE4E6A74}" type="datetime'FY'''' ''2''''''''''''''02''4'''''''''''''''''''''''''">
              <a:rPr lang="en-US" altLang="en-US" sz="12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FY 2024</a:t>
            </a:fld>
            <a:endParaRPr lang="en-US" sz="120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F97655E-D79E-CB82-4869-C88EB22A63DD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5187950" y="4211638"/>
            <a:ext cx="49530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78369451-5D5F-4789-AEC0-F084AE450F7A}" type="datetime'F''''''''''''''''''''''''Y'' ''''''''''''2''''02''''5'''''''''">
              <a:rPr lang="en-US" altLang="en-US" sz="1200" smtClean="0"/>
              <a:pPr algn="ctr">
                <a:spcBef>
                  <a:spcPct val="0"/>
                </a:spcBef>
                <a:spcAft>
                  <a:spcPct val="0"/>
                </a:spcAft>
              </a:pPr>
              <a:t>FY 2025</a:t>
            </a:fld>
            <a:endParaRPr lang="en-US" sz="120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201C46DD-C99E-7513-7260-DAC4B6EB247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2832100" y="2085975"/>
            <a:ext cx="1154113" cy="311150"/>
          </a:xfrm>
          <a:prstGeom prst="ellipse">
            <a:avLst/>
          </a:prstGeom>
          <a:solidFill>
            <a:schemeClr val="bg1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A885E207-DB4A-4A0C-B8B8-AF118446F6C7}" type="datetime'''''''''''''''0''''''''''''.''''''''''''''''''85''''%'''''''">
              <a:rPr lang="en-US" altLang="en-US" sz="1200" b="1" smtClean="0"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0.85%</a:t>
            </a:fld>
            <a:r>
              <a:rPr lang="en-US" sz="1200" b="1"/>
              <a:t> CAGR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5AF13B0A-5E79-C511-B960-3664F3277716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910394789"/>
              </p:ext>
            </p:extLst>
          </p:nvPr>
        </p:nvGraphicFramePr>
        <p:xfrm>
          <a:off x="6443663" y="1687513"/>
          <a:ext cx="2292350" cy="2593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2"/>
          </a:graphicData>
        </a:graphic>
      </p:graphicFrame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BE251169-067F-0346-CEA5-DDF5886A15CC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7416800" y="2062163"/>
            <a:ext cx="246063" cy="219075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7F8DB3EB-E476-4C07-95C6-1070761ADEF1}" type="datetime'''''''''''''''''''''''''''''''''2%'''''">
              <a:rPr lang="en-US" altLang="en-US" sz="1200" smtClean="0">
                <a:solidFill>
                  <a:schemeClr val="bg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2%</a:t>
            </a:fld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B082DC2-5D82-6E0F-3A22-9FF9AF7BEC5B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6249988" y="4041775"/>
            <a:ext cx="179388" cy="13335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3E661A0-BAAF-F83B-DF4C-1B57ABCF9EA9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249988" y="4275138"/>
            <a:ext cx="179388" cy="13335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CA3CD4D-7A99-9521-07A8-52A217B6610B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510463" y="4041775"/>
            <a:ext cx="179388" cy="13335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 Placeholder 3">
            <a:extLst>
              <a:ext uri="{FF2B5EF4-FFF2-40B4-BE49-F238E27FC236}">
                <a16:creationId xmlns:a16="http://schemas.microsoft.com/office/drawing/2014/main" id="{8C697DB3-7240-6368-064E-E404B58A5FC9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6480175" y="4014788"/>
            <a:ext cx="9286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C00A50D-64EF-4F26-99DD-B20C8D08F314}" type="datetime'''''''Con''s''''''''umer'''''' G''''''''r''''o''u''p'''''' '">
              <a:rPr lang="en-US" altLang="en-US" sz="1000" smtClean="0"/>
              <a:pPr>
                <a:spcBef>
                  <a:spcPct val="0"/>
                </a:spcBef>
                <a:spcAft>
                  <a:spcPct val="0"/>
                </a:spcAft>
              </a:pPr>
              <a:t>Consumer Group </a:t>
            </a:fld>
            <a:endParaRPr lang="en-US" sz="1000"/>
          </a:p>
        </p:txBody>
      </p:sp>
      <p:sp>
        <p:nvSpPr>
          <p:cNvPr id="74" name="Text Placeholder 3">
            <a:extLst>
              <a:ext uri="{FF2B5EF4-FFF2-40B4-BE49-F238E27FC236}">
                <a16:creationId xmlns:a16="http://schemas.microsoft.com/office/drawing/2014/main" id="{ED72C0B5-7AC7-D8CF-D1EA-720E77125B0A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6480175" y="4248150"/>
            <a:ext cx="8524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D61F28B-1E90-4983-8537-32B20889849E}" type="datetime'''''''B''''u''si''''n''es''''s'' ''''''''''Gr''oup'''''''' '''">
              <a:rPr lang="en-US" altLang="en-US" sz="1000" smtClean="0"/>
              <a:pPr>
                <a:spcBef>
                  <a:spcPct val="0"/>
                </a:spcBef>
                <a:spcAft>
                  <a:spcPct val="0"/>
                </a:spcAft>
              </a:pPr>
              <a:t>Business Group </a:t>
            </a:fld>
            <a:endParaRPr lang="en-US" sz="1000"/>
          </a:p>
        </p:txBody>
      </p:sp>
      <p:sp>
        <p:nvSpPr>
          <p:cNvPr id="73" name="Text Placeholder 3">
            <a:extLst>
              <a:ext uri="{FF2B5EF4-FFF2-40B4-BE49-F238E27FC236}">
                <a16:creationId xmlns:a16="http://schemas.microsoft.com/office/drawing/2014/main" id="{B8CAC38A-AC5A-468C-6F94-EB81D0FEAD5A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7740650" y="4014788"/>
            <a:ext cx="996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5D84156-DD67-4FC9-834E-415568C7F593}" type="datetime'''C''or''''''''''p''o''r''a''''t''e'''' &amp;'' Ot''''h''er'' '''">
              <a:rPr lang="en-US" altLang="en-US" sz="1000" smtClean="0"/>
              <a:pPr>
                <a:spcBef>
                  <a:spcPct val="0"/>
                </a:spcBef>
                <a:spcAft>
                  <a:spcPct val="0"/>
                </a:spcAft>
              </a:pPr>
              <a:t>Corporate &amp; Other </a:t>
            </a:fld>
            <a:endParaRPr lang="en-US" sz="1000"/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099AD05B-47C4-9A77-043D-7F4F902B2DC7}"/>
              </a:ext>
            </a:extLst>
          </p:cNvPr>
          <p:cNvGraphicFramePr/>
          <p:nvPr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4232285412"/>
              </p:ext>
            </p:extLst>
          </p:nvPr>
        </p:nvGraphicFramePr>
        <p:xfrm>
          <a:off x="9271000" y="1687513"/>
          <a:ext cx="2292350" cy="2593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131" name="Rectangle 130">
            <a:extLst>
              <a:ext uri="{FF2B5EF4-FFF2-40B4-BE49-F238E27FC236}">
                <a16:creationId xmlns:a16="http://schemas.microsoft.com/office/drawing/2014/main" id="{8097C9EE-E4DE-461A-058A-D51F71CE69A9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8863013" y="4044950"/>
            <a:ext cx="179388" cy="13335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369455D-8E33-FCB8-10F8-46421FF9608E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863013" y="4278313"/>
            <a:ext cx="179388" cy="13335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7DCCFA7-7162-3935-A6B8-980346C64CD8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10563225" y="4044950"/>
            <a:ext cx="179388" cy="13335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9756735-A756-A11B-F21A-8D525BAE57FB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10563225" y="4278313"/>
            <a:ext cx="179388" cy="13335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 Placeholder 3">
            <a:extLst>
              <a:ext uri="{FF2B5EF4-FFF2-40B4-BE49-F238E27FC236}">
                <a16:creationId xmlns:a16="http://schemas.microsoft.com/office/drawing/2014/main" id="{4E6BBB6E-2B49-92B4-A169-0F6A36ADD801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auto">
          <a:xfrm>
            <a:off x="9093200" y="4017963"/>
            <a:ext cx="13684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A0113F0-CF7D-4665-AE02-B0557E111C7E}" type="datetime'Wirel''''''e''ss S''e''''rv''ic''''''e'''''' Re''ven''u''e '''">
              <a:rPr lang="en-US" altLang="en-US" sz="10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Wireless Service Revenue </a:t>
            </a:fld>
            <a:endParaRPr lang="en-US" sz="1000"/>
          </a:p>
        </p:txBody>
      </p:sp>
      <p:sp>
        <p:nvSpPr>
          <p:cNvPr id="129" name="Text Placeholder 3">
            <a:extLst>
              <a:ext uri="{FF2B5EF4-FFF2-40B4-BE49-F238E27FC236}">
                <a16:creationId xmlns:a16="http://schemas.microsoft.com/office/drawing/2014/main" id="{9B46BDF6-4239-1355-E6C3-9EBFFC740C7E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auto">
          <a:xfrm>
            <a:off x="9093200" y="4251325"/>
            <a:ext cx="1082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9023665-EE28-47D3-8CF8-3BEC653FFABB}" type="datetime'W''''''''''''''''ire''l''''e''ss'''''' ''E''quip''m''en''t'' '">
              <a:rPr lang="en-US" altLang="en-US" sz="10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Wireless Equipment </a:t>
            </a:fld>
            <a:endParaRPr lang="en-US" sz="1000"/>
          </a:p>
        </p:txBody>
      </p:sp>
      <p:sp>
        <p:nvSpPr>
          <p:cNvPr id="130" name="Text Placeholder 3">
            <a:extLst>
              <a:ext uri="{FF2B5EF4-FFF2-40B4-BE49-F238E27FC236}">
                <a16:creationId xmlns:a16="http://schemas.microsoft.com/office/drawing/2014/main" id="{FAD84D8B-8FE7-DE39-A243-44A8F46F81CA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10793413" y="40179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000"/>
              <a:t>Fios / Broadband</a:t>
            </a:r>
          </a:p>
        </p:txBody>
      </p:sp>
      <p:sp>
        <p:nvSpPr>
          <p:cNvPr id="128" name="Text Placeholder 3">
            <a:extLst>
              <a:ext uri="{FF2B5EF4-FFF2-40B4-BE49-F238E27FC236}">
                <a16:creationId xmlns:a16="http://schemas.microsoft.com/office/drawing/2014/main" id="{BA5035AF-3504-1BE1-4C84-D54FD7AC707D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auto">
          <a:xfrm>
            <a:off x="10793413" y="4251325"/>
            <a:ext cx="330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FA55131-A041-4898-BE7E-061CBF3AD9AB}" type="datetime'''''''''''''''''''''O''''''''t''''''''''''h''''er'' '''">
              <a:rPr lang="en-US" altLang="en-US" sz="10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Other 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564884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C1B3C-65A7-AC69-8817-8F2964954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42DA796-5E7F-94CF-87A2-EA83896A6B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99955" y="1584802"/>
            <a:ext cx="2604868" cy="17365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2E5A52-9CB8-3404-3434-30110709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M&amp;A 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056FF-9035-85A5-6C36-CD52D3370A0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Recent acquisitions reinforce Verizon's convergence strategy, combining prepaid wireless scale with nationwide fiber expansion</a:t>
            </a:r>
            <a:endParaRPr lang="en-US" i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6EFF1-500A-7C82-5D2D-8D9D1DD6F136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B0E17538-62B6-4856-8F62-7D6C920A7179}" type="datetime3">
              <a:rPr lang="en-US" smtClean="0"/>
              <a:t>20 April 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465B6-356F-780B-0A93-1E3C2170A3D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12</a:t>
            </a:fld>
            <a:endParaRPr lang="en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958D03-5303-BD96-4B5E-1CED2528B67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67068" y="6336666"/>
            <a:ext cx="11242675" cy="203200"/>
          </a:xfrm>
        </p:spPr>
        <p:txBody>
          <a:bodyPr/>
          <a:lstStyle/>
          <a:p>
            <a:r>
              <a:rPr lang="en-US"/>
              <a:t>Source: </a:t>
            </a:r>
            <a:r>
              <a:rPr lang="en-US">
                <a:hlinkClick r:id="rId5"/>
              </a:rPr>
              <a:t>FY2025 Q4 Report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A065D8-C873-4036-603B-07D613C43B60}"/>
              </a:ext>
            </a:extLst>
          </p:cNvPr>
          <p:cNvSpPr txBox="1"/>
          <p:nvPr/>
        </p:nvSpPr>
        <p:spPr>
          <a:xfrm>
            <a:off x="479218" y="1617915"/>
            <a:ext cx="11232000" cy="369332"/>
          </a:xfrm>
          <a:prstGeom prst="rect">
            <a:avLst/>
          </a:prstGeom>
          <a:solidFill>
            <a:srgbClr val="193045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err="1">
                <a:solidFill>
                  <a:schemeClr val="bg1"/>
                </a:solidFill>
                <a:latin typeface="Source Sans Pro" panose="020B0503030403020204" pitchFamily="34" charset="0"/>
              </a:rPr>
              <a:t>Verizon’s</a:t>
            </a:r>
            <a:r>
              <a:rPr lang="pt-PT">
                <a:solidFill>
                  <a:schemeClr val="bg1"/>
                </a:solidFill>
                <a:latin typeface="Source Sans Pro" panose="020B0503030403020204" pitchFamily="34" charset="0"/>
              </a:rPr>
              <a:t> </a:t>
            </a:r>
            <a:r>
              <a:rPr lang="pt-PT" err="1">
                <a:solidFill>
                  <a:schemeClr val="bg1"/>
                </a:solidFill>
                <a:latin typeface="Source Sans Pro" panose="020B0503030403020204" pitchFamily="34" charset="0"/>
              </a:rPr>
              <a:t>Recent</a:t>
            </a:r>
            <a:r>
              <a:rPr lang="pt-PT">
                <a:solidFill>
                  <a:schemeClr val="bg1"/>
                </a:solidFill>
                <a:latin typeface="Source Sans Pro" panose="020B0503030403020204" pitchFamily="34" charset="0"/>
              </a:rPr>
              <a:t> </a:t>
            </a:r>
            <a:r>
              <a:rPr lang="pt-PT" err="1">
                <a:solidFill>
                  <a:schemeClr val="bg1"/>
                </a:solidFill>
                <a:latin typeface="Source Sans Pro" panose="020B0503030403020204" pitchFamily="34" charset="0"/>
              </a:rPr>
              <a:t>Aquisitions</a:t>
            </a:r>
            <a:endParaRPr lang="en-US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4" name="Arrow: Chevron 15">
            <a:extLst>
              <a:ext uri="{FF2B5EF4-FFF2-40B4-BE49-F238E27FC236}">
                <a16:creationId xmlns:a16="http://schemas.microsoft.com/office/drawing/2014/main" id="{D669C8BB-27E6-4F13-061B-1D4ED373FCBE}"/>
              </a:ext>
            </a:extLst>
          </p:cNvPr>
          <p:cNvSpPr/>
          <p:nvPr/>
        </p:nvSpPr>
        <p:spPr>
          <a:xfrm>
            <a:off x="479426" y="2824530"/>
            <a:ext cx="3595479" cy="369332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ource Sans Pro" panose="020B0503030403020204" pitchFamily="34" charset="0"/>
              </a:rPr>
              <a:t>TracFone Wireless</a:t>
            </a:r>
            <a:endParaRPr lang="en-GB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Arrow: Chevron 15">
            <a:extLst>
              <a:ext uri="{FF2B5EF4-FFF2-40B4-BE49-F238E27FC236}">
                <a16:creationId xmlns:a16="http://schemas.microsoft.com/office/drawing/2014/main" id="{1CA5FB14-002E-F46F-26DD-F3B5CEE634D6}"/>
              </a:ext>
            </a:extLst>
          </p:cNvPr>
          <p:cNvSpPr/>
          <p:nvPr/>
        </p:nvSpPr>
        <p:spPr>
          <a:xfrm>
            <a:off x="4297478" y="2824530"/>
            <a:ext cx="3595479" cy="369332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ource Sans Pro" panose="020B0503030403020204" pitchFamily="34" charset="0"/>
              </a:rPr>
              <a:t>Frontier Communications</a:t>
            </a:r>
            <a:endParaRPr lang="en-GB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7" name="Arrow: Chevron 15">
            <a:extLst>
              <a:ext uri="{FF2B5EF4-FFF2-40B4-BE49-F238E27FC236}">
                <a16:creationId xmlns:a16="http://schemas.microsoft.com/office/drawing/2014/main" id="{E4CE732F-9AB7-28E6-8AE0-CD82CF2EE92E}"/>
              </a:ext>
            </a:extLst>
          </p:cNvPr>
          <p:cNvSpPr/>
          <p:nvPr/>
        </p:nvSpPr>
        <p:spPr>
          <a:xfrm>
            <a:off x="8129873" y="2821228"/>
            <a:ext cx="3592227" cy="369332"/>
          </a:xfrm>
          <a:prstGeom prst="chevron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bg1"/>
                </a:solidFill>
                <a:latin typeface="Source Sans Pro" panose="020B0503030403020204" pitchFamily="34" charset="0"/>
              </a:rPr>
              <a:t>Future</a:t>
            </a:r>
            <a:endParaRPr lang="en-GB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AFF055-89F5-E63A-F482-E5595AF1D038}"/>
              </a:ext>
            </a:extLst>
          </p:cNvPr>
          <p:cNvSpPr txBox="1"/>
          <p:nvPr/>
        </p:nvSpPr>
        <p:spPr>
          <a:xfrm>
            <a:off x="479426" y="3393544"/>
            <a:ext cx="3595480" cy="2663936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endParaRPr lang="pt-PT" sz="140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PT"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67BE43-6248-2BFE-ECE3-39D0924F3610}"/>
              </a:ext>
            </a:extLst>
          </p:cNvPr>
          <p:cNvSpPr txBox="1"/>
          <p:nvPr/>
        </p:nvSpPr>
        <p:spPr>
          <a:xfrm>
            <a:off x="4297478" y="3393544"/>
            <a:ext cx="3595480" cy="2663936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endParaRPr lang="pt-PT" sz="140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PT" sz="1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639515-8E2E-9296-9C92-0DA3DDC9E810}"/>
              </a:ext>
            </a:extLst>
          </p:cNvPr>
          <p:cNvSpPr txBox="1"/>
          <p:nvPr/>
        </p:nvSpPr>
        <p:spPr>
          <a:xfrm>
            <a:off x="8129873" y="3389046"/>
            <a:ext cx="3595480" cy="2663936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/>
          </a:bodyPr>
          <a:lstStyle>
            <a:lvl1pPr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endParaRPr lang="pt-PT" sz="140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PT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23A234-6A7F-DBE8-4E3C-F2518BC79598}"/>
              </a:ext>
            </a:extLst>
          </p:cNvPr>
          <p:cNvSpPr txBox="1"/>
          <p:nvPr/>
        </p:nvSpPr>
        <p:spPr>
          <a:xfrm>
            <a:off x="441896" y="3405699"/>
            <a:ext cx="3640076" cy="2644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Acquired 100% of TracFone Wireless from </a:t>
            </a:r>
            <a:r>
              <a:rPr lang="en-US" sz="1400" b="1">
                <a:solidFill>
                  <a:schemeClr val="accent1"/>
                </a:solidFill>
                <a:latin typeface="Source Sans Pro" panose="020B0503030403020204" pitchFamily="34" charset="0"/>
              </a:rPr>
              <a:t>América </a:t>
            </a:r>
            <a:r>
              <a:rPr lang="en-US" sz="1400" b="1" err="1">
                <a:solidFill>
                  <a:schemeClr val="accent1"/>
                </a:solidFill>
                <a:latin typeface="Source Sans Pro" panose="020B0503030403020204" pitchFamily="34" charset="0"/>
              </a:rPr>
              <a:t>Móvil</a:t>
            </a:r>
            <a:r>
              <a:rPr lang="en-US" sz="1400" b="1">
                <a:solidFill>
                  <a:schemeClr val="accent1"/>
                </a:solidFill>
                <a:latin typeface="Source Sans Pro" panose="020B0503030403020204" pitchFamily="34" charset="0"/>
              </a:rPr>
              <a:t> </a:t>
            </a: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in November 2021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The deal was valued at approximately </a:t>
            </a:r>
            <a:r>
              <a:rPr lang="en-US" sz="1400" b="1">
                <a:solidFill>
                  <a:schemeClr val="accent1"/>
                </a:solidFill>
                <a:latin typeface="Source Sans Pro" panose="020B0503030403020204" pitchFamily="34" charset="0"/>
              </a:rPr>
              <a:t>$6.9 billion</a:t>
            </a:r>
            <a:endParaRPr lang="en-US" sz="1400">
              <a:solidFill>
                <a:schemeClr val="accent1"/>
              </a:solidFill>
              <a:latin typeface="Source Sans Pro" panose="020B0503030403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TracFone's portfolio of prepaid brands, serving </a:t>
            </a:r>
            <a:r>
              <a:rPr lang="en-US" sz="1400" b="1">
                <a:solidFill>
                  <a:schemeClr val="accent1"/>
                </a:solidFill>
                <a:latin typeface="Source Sans Pro" panose="020B0503030403020204" pitchFamily="34" charset="0"/>
              </a:rPr>
              <a:t>21 million subscribers</a:t>
            </a: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, establishes Verizon as the leading prepaid and premium wireless carrier in the U.S</a:t>
            </a:r>
            <a:endParaRPr lang="en-GB" sz="1400" noProof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8006F2-A3EA-E49B-2439-FC33B0945BA3}"/>
              </a:ext>
            </a:extLst>
          </p:cNvPr>
          <p:cNvSpPr txBox="1"/>
          <p:nvPr/>
        </p:nvSpPr>
        <p:spPr>
          <a:xfrm>
            <a:off x="4248561" y="3410676"/>
            <a:ext cx="3650196" cy="2643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Acquired 100% of Frontier Communications in an </a:t>
            </a:r>
            <a:r>
              <a:rPr lang="en-US" sz="1400" b="1">
                <a:solidFill>
                  <a:schemeClr val="accent1"/>
                </a:solidFill>
                <a:latin typeface="Source Sans Pro" panose="020B0503030403020204" pitchFamily="34" charset="0"/>
              </a:rPr>
              <a:t>all-cash transaction </a:t>
            </a: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in January 2026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The deal was valued at approximately </a:t>
            </a:r>
            <a:r>
              <a:rPr lang="en-US" sz="1400" b="1">
                <a:solidFill>
                  <a:schemeClr val="accent1"/>
                </a:solidFill>
                <a:latin typeface="Source Sans Pro" panose="020B0503030403020204" pitchFamily="34" charset="0"/>
              </a:rPr>
              <a:t>$20 billion</a:t>
            </a:r>
            <a:endParaRPr lang="en-US" sz="1400">
              <a:solidFill>
                <a:schemeClr val="accent1"/>
              </a:solidFill>
              <a:latin typeface="Source Sans Pro" panose="020B0503030403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Significantly expands Verizon's </a:t>
            </a:r>
            <a:r>
              <a:rPr lang="en-US" sz="1400" b="1">
                <a:solidFill>
                  <a:schemeClr val="accent1"/>
                </a:solidFill>
                <a:latin typeface="Source Sans Pro" panose="020B0503030403020204" pitchFamily="34" charset="0"/>
              </a:rPr>
              <a:t>fiber footprint</a:t>
            </a: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, accelerating its delivery of </a:t>
            </a:r>
            <a:r>
              <a:rPr lang="en-US" sz="1400" b="1">
                <a:solidFill>
                  <a:schemeClr val="accent1"/>
                </a:solidFill>
                <a:latin typeface="Source Sans Pro" panose="020B0503030403020204" pitchFamily="34" charset="0"/>
              </a:rPr>
              <a:t>premium broadband</a:t>
            </a: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 services nationwide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7558B4-F60D-847F-BA4B-D903A58AE156}"/>
              </a:ext>
            </a:extLst>
          </p:cNvPr>
          <p:cNvSpPr txBox="1"/>
          <p:nvPr/>
        </p:nvSpPr>
        <p:spPr>
          <a:xfrm>
            <a:off x="8059547" y="3405269"/>
            <a:ext cx="3650196" cy="2643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Given their focus on expanding </a:t>
            </a:r>
            <a:r>
              <a:rPr lang="en-US" sz="1400" b="1">
                <a:solidFill>
                  <a:schemeClr val="accent1"/>
                </a:solidFill>
                <a:latin typeface="Source Sans Pro" panose="020B0503030403020204" pitchFamily="34" charset="0"/>
              </a:rPr>
              <a:t>AI and edge computing</a:t>
            </a: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, their next acquisition could target a company specializing in </a:t>
            </a:r>
            <a:r>
              <a:rPr lang="en-US" sz="1400" b="1">
                <a:solidFill>
                  <a:schemeClr val="accent1"/>
                </a:solidFill>
                <a:latin typeface="Source Sans Pro" panose="020B0503030403020204" pitchFamily="34" charset="0"/>
              </a:rPr>
              <a:t>private 5G</a:t>
            </a: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 or enterprise IoT platforms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This could support their vision of becoming a full </a:t>
            </a:r>
            <a:r>
              <a:rPr lang="en-US" sz="1400" b="1">
                <a:solidFill>
                  <a:schemeClr val="accent1"/>
                </a:solidFill>
                <a:latin typeface="Source Sans Pro" panose="020B0503030403020204" pitchFamily="34" charset="0"/>
              </a:rPr>
              <a:t>connectivity-as-a-service</a:t>
            </a: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 provider for both consumers and businesses</a:t>
            </a:r>
            <a:endParaRPr lang="en-US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895FDCE-50EC-8BC8-0953-A2D3E013327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32880" y="2047269"/>
            <a:ext cx="1963490" cy="706652"/>
          </a:xfrm>
          <a:prstGeom prst="rect">
            <a:avLst/>
          </a:prstGeom>
        </p:spPr>
      </p:pic>
      <p:pic>
        <p:nvPicPr>
          <p:cNvPr id="23" name="Graphic 22" descr="Question Mark with solid fill">
            <a:extLst>
              <a:ext uri="{FF2B5EF4-FFF2-40B4-BE49-F238E27FC236}">
                <a16:creationId xmlns:a16="http://schemas.microsoft.com/office/drawing/2014/main" id="{1C7C8D0A-1BBF-F263-8090-6ABE127C79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0753" y="2072176"/>
            <a:ext cx="682920" cy="68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479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BE3FC-FC59-247B-69E7-EDF9CBCE8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422077-329E-0636-B6A5-BE13F5D0B871}"/>
              </a:ext>
            </a:extLst>
          </p:cNvPr>
          <p:cNvSpPr txBox="1">
            <a:spLocks/>
          </p:cNvSpPr>
          <p:nvPr/>
        </p:nvSpPr>
        <p:spPr>
          <a:xfrm>
            <a:off x="7415083" y="5274007"/>
            <a:ext cx="4627565" cy="1012173"/>
          </a:xfrm>
          <a:prstGeom prst="rect">
            <a:avLst/>
          </a:prstGeom>
          <a:noFill/>
          <a:ln w="19050">
            <a:noFill/>
            <a:prstDash val="sysDot"/>
          </a:ln>
        </p:spPr>
        <p:txBody>
          <a:bodyPr wrap="square" lIns="216000" tIns="36000" rIns="216000" rtlCol="0" anchor="t">
            <a:noAutofit/>
          </a:bodyPr>
          <a:lstStyle/>
          <a:p>
            <a:r>
              <a:rPr lang="en-US" b="1">
                <a:solidFill>
                  <a:schemeClr val="accent1"/>
                </a:solidFill>
                <a:latin typeface="Source Sans Pro" panose="020B0503030403020204" pitchFamily="34" charset="0"/>
              </a:rPr>
              <a:t>Kyle Malady - EVP &amp; CEO, Business Group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CEO of Verizon Business Group since 2021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Over 25 years at Verizon, started as cell site technician</a:t>
            </a:r>
            <a:endParaRPr lang="en-PT" sz="1400" i="1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0A4820-BA76-9703-64C7-E1E6F411A41E}"/>
              </a:ext>
            </a:extLst>
          </p:cNvPr>
          <p:cNvSpPr txBox="1">
            <a:spLocks/>
          </p:cNvSpPr>
          <p:nvPr/>
        </p:nvSpPr>
        <p:spPr>
          <a:xfrm>
            <a:off x="7415083" y="4287173"/>
            <a:ext cx="4944065" cy="1012173"/>
          </a:xfrm>
          <a:prstGeom prst="rect">
            <a:avLst/>
          </a:prstGeom>
          <a:noFill/>
          <a:ln w="19050">
            <a:noFill/>
            <a:prstDash val="sysDot"/>
          </a:ln>
        </p:spPr>
        <p:txBody>
          <a:bodyPr wrap="square" lIns="216000" tIns="36000" rIns="216000" rtlCol="0" anchor="t">
            <a:noAutofit/>
          </a:bodyPr>
          <a:lstStyle/>
          <a:p>
            <a:r>
              <a:rPr lang="en-US" sz="2000" b="1" i="1">
                <a:solidFill>
                  <a:schemeClr val="accent1"/>
                </a:solidFill>
                <a:latin typeface="Source Sans Pro" panose="020B0503030403020204" pitchFamily="34" charset="0"/>
              </a:rPr>
              <a:t>Hans E. Vestberg - Advisor &amp; Director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Chairman &amp; CEO from 2018–2025, led 5G rollout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Retained as Special Advisor through 2026</a:t>
            </a:r>
            <a:endParaRPr lang="en-PT" sz="1400" i="1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62CCCE-A66B-0778-0AFB-031801C06CC8}"/>
              </a:ext>
            </a:extLst>
          </p:cNvPr>
          <p:cNvSpPr txBox="1">
            <a:spLocks/>
          </p:cNvSpPr>
          <p:nvPr/>
        </p:nvSpPr>
        <p:spPr>
          <a:xfrm>
            <a:off x="7415083" y="2181793"/>
            <a:ext cx="4442620" cy="1012173"/>
          </a:xfrm>
          <a:prstGeom prst="rect">
            <a:avLst/>
          </a:prstGeom>
          <a:noFill/>
          <a:ln w="19050">
            <a:noFill/>
            <a:prstDash val="sysDot"/>
          </a:ln>
        </p:spPr>
        <p:txBody>
          <a:bodyPr wrap="square" lIns="216000" tIns="36000" rIns="216000" rtlCol="0" anchor="t">
            <a:noAutofit/>
          </a:bodyPr>
          <a:lstStyle/>
          <a:p>
            <a:r>
              <a:rPr lang="pt-PT" sz="2000" b="1" i="1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Daniel H. </a:t>
            </a:r>
            <a:r>
              <a:rPr lang="pt-PT" sz="2000" b="1" i="1" err="1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Schulman</a:t>
            </a:r>
            <a:r>
              <a:rPr lang="pt-PT" sz="2000" b="1" i="1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– CEO</a:t>
            </a:r>
            <a:endParaRPr lang="en-PT" sz="2000" b="1" i="1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CEO since October 2025, board member since 2018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Former CEO of PayPal, ex-AT&amp;T executive</a:t>
            </a:r>
            <a:endParaRPr lang="en-PT" sz="1400" i="1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D8DBC-22E2-72D9-6232-86EF6434E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Ownership Summary &amp; Management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45F24-8BB7-148E-A1BA-8571D0E4821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Strong institutional backing and experienced leadership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AF5B0-5724-93B4-0515-26DA053BFA06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A4D494F-5EC6-4A6E-877D-D2C220C128B5}" type="datetime3">
              <a:rPr lang="en-US" smtClean="0"/>
              <a:t>20 April 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23F36-3688-40E0-E531-D3B0E6D0C86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PT" smtClean="0"/>
              <a:pPr/>
              <a:t>13</a:t>
            </a:fld>
            <a:endParaRPr lang="en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EE83179-40C1-5AD9-D098-B7325A6EBEE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/>
              <a:t>Source: </a:t>
            </a:r>
            <a:r>
              <a:rPr lang="en-US">
                <a:hlinkClick r:id="rId4"/>
              </a:rPr>
              <a:t>Yahoo Finance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DBD7A40-67F5-7E4C-B900-C4D5ED460109}"/>
              </a:ext>
            </a:extLst>
          </p:cNvPr>
          <p:cNvSpPr txBox="1">
            <a:spLocks/>
          </p:cNvSpPr>
          <p:nvPr/>
        </p:nvSpPr>
        <p:spPr>
          <a:xfrm>
            <a:off x="479424" y="1574067"/>
            <a:ext cx="5323788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Ownership Structure</a:t>
            </a:r>
          </a:p>
        </p:txBody>
      </p:sp>
      <p:graphicFrame>
        <p:nvGraphicFramePr>
          <p:cNvPr id="11" name="Content Placeholder 19">
            <a:extLst>
              <a:ext uri="{FF2B5EF4-FFF2-40B4-BE49-F238E27FC236}">
                <a16:creationId xmlns:a16="http://schemas.microsoft.com/office/drawing/2014/main" id="{C7DE706F-2061-0685-05B9-22831DD0F5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1329559"/>
              </p:ext>
            </p:extLst>
          </p:nvPr>
        </p:nvGraphicFramePr>
        <p:xfrm>
          <a:off x="479424" y="2069841"/>
          <a:ext cx="5297487" cy="3986180"/>
        </p:xfrm>
        <a:graphic>
          <a:graphicData uri="http://schemas.openxmlformats.org/drawingml/2006/table">
            <a:tbl>
              <a:tblPr firstRow="1" lastRow="1" bandRow="1">
                <a:tableStyleId>{3B4B98B0-60AC-42C2-AFA5-B58CD77FA1E5}</a:tableStyleId>
              </a:tblPr>
              <a:tblGrid>
                <a:gridCol w="4221397">
                  <a:extLst>
                    <a:ext uri="{9D8B030D-6E8A-4147-A177-3AD203B41FA5}">
                      <a16:colId xmlns:a16="http://schemas.microsoft.com/office/drawing/2014/main" val="132322035"/>
                    </a:ext>
                  </a:extLst>
                </a:gridCol>
                <a:gridCol w="1076090">
                  <a:extLst>
                    <a:ext uri="{9D8B030D-6E8A-4147-A177-3AD203B41FA5}">
                      <a16:colId xmlns:a16="http://schemas.microsoft.com/office/drawing/2014/main" val="331051660"/>
                    </a:ext>
                  </a:extLst>
                </a:gridCol>
              </a:tblGrid>
              <a:tr h="398618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</a:rPr>
                        <a:t>Shareholder</a:t>
                      </a:r>
                      <a:endParaRPr lang="en-US" sz="1300">
                        <a:solidFill>
                          <a:schemeClr val="accent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</a:rPr>
                        <a:t>Stake</a:t>
                      </a:r>
                      <a:endParaRPr lang="en-US" sz="1300">
                        <a:solidFill>
                          <a:schemeClr val="accent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562633"/>
                  </a:ext>
                </a:extLst>
              </a:tr>
              <a:tr h="398618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Vanguard Group</a:t>
                      </a:r>
                    </a:p>
                  </a:txBody>
                  <a:tcPr anchor="ctr">
                    <a:solidFill>
                      <a:srgbClr val="97C5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</a:rPr>
                        <a:t>9.1%</a:t>
                      </a:r>
                      <a:endParaRPr lang="en-US" sz="1300" b="1">
                        <a:solidFill>
                          <a:schemeClr val="bg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>
                    <a:solidFill>
                      <a:srgbClr val="97C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044777"/>
                  </a:ext>
                </a:extLst>
              </a:tr>
              <a:tr h="398618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193045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Blackrock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193045"/>
                          </a:solidFill>
                          <a:latin typeface="Source Sans Pro" panose="020B0503030403020204" pitchFamily="34" charset="0"/>
                        </a:rPr>
                        <a:t>8.8%</a:t>
                      </a:r>
                      <a:endParaRPr lang="en-US" sz="1300" b="1">
                        <a:solidFill>
                          <a:srgbClr val="193045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922766"/>
                  </a:ext>
                </a:extLst>
              </a:tr>
              <a:tr h="398618"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State Street Corp</a:t>
                      </a:r>
                    </a:p>
                  </a:txBody>
                  <a:tcPr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</a:rPr>
                        <a:t>5.3%</a:t>
                      </a:r>
                      <a:endParaRPr lang="en-US" sz="1300" b="0">
                        <a:solidFill>
                          <a:schemeClr val="accent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>
                    <a:solidFill>
                      <a:srgbClr val="F1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488960"/>
                  </a:ext>
                </a:extLst>
              </a:tr>
              <a:tr h="398618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Charles Schwab Investment Management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</a:rPr>
                        <a:t>2.8%</a:t>
                      </a:r>
                      <a:endParaRPr lang="en-US" sz="1300" b="1">
                        <a:solidFill>
                          <a:schemeClr val="accent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858185"/>
                  </a:ext>
                </a:extLst>
              </a:tr>
              <a:tr h="398618"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Geode Capital Management</a:t>
                      </a:r>
                    </a:p>
                  </a:txBody>
                  <a:tcPr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</a:rPr>
                        <a:t>2.5%</a:t>
                      </a:r>
                      <a:endParaRPr lang="en-US" sz="1300" b="0">
                        <a:solidFill>
                          <a:schemeClr val="accent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>
                    <a:solidFill>
                      <a:srgbClr val="F1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802059"/>
                  </a:ext>
                </a:extLst>
              </a:tr>
              <a:tr h="398618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Morgan Stanley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</a:rPr>
                        <a:t>1.6%</a:t>
                      </a:r>
                      <a:endParaRPr lang="en-US" sz="1300" b="1">
                        <a:solidFill>
                          <a:schemeClr val="accent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302894"/>
                  </a:ext>
                </a:extLst>
              </a:tr>
              <a:tr h="398618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NORGES BANK</a:t>
                      </a:r>
                    </a:p>
                  </a:txBody>
                  <a:tcPr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</a:rPr>
                        <a:t>1.4%</a:t>
                      </a:r>
                      <a:endParaRPr lang="en-US" sz="1300">
                        <a:solidFill>
                          <a:schemeClr val="accent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>
                    <a:solidFill>
                      <a:srgbClr val="F1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219589"/>
                  </a:ext>
                </a:extLst>
              </a:tr>
              <a:tr h="398618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Others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</a:rPr>
                        <a:t>68.5%</a:t>
                      </a:r>
                      <a:endParaRPr lang="en-US" sz="1300" b="1">
                        <a:solidFill>
                          <a:schemeClr val="accent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175156"/>
                  </a:ext>
                </a:extLst>
              </a:tr>
              <a:tr h="398618">
                <a:tc>
                  <a:txBody>
                    <a:bodyPr/>
                    <a:lstStyle/>
                    <a:p>
                      <a:pPr algn="r"/>
                      <a:r>
                        <a:rPr lang="en-US" sz="1500" b="1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</a:rPr>
                        <a:t>Total Stock Float</a:t>
                      </a:r>
                      <a:endParaRPr lang="en-US" sz="1500" b="1">
                        <a:solidFill>
                          <a:schemeClr val="accent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</a:rPr>
                        <a:t>100%</a:t>
                      </a:r>
                      <a:endParaRPr lang="en-US" sz="1500" b="1">
                        <a:solidFill>
                          <a:schemeClr val="accent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453700"/>
                  </a:ext>
                </a:extLst>
              </a:tr>
            </a:tbl>
          </a:graphicData>
        </a:graphic>
      </p:graphicFrame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F4F3511-0F8A-DC46-9828-7FC8AE414DF9}"/>
              </a:ext>
            </a:extLst>
          </p:cNvPr>
          <p:cNvSpPr txBox="1">
            <a:spLocks/>
          </p:cNvSpPr>
          <p:nvPr/>
        </p:nvSpPr>
        <p:spPr>
          <a:xfrm>
            <a:off x="6455218" y="1576260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Management  &amp; Executives Team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639B91-17DE-A806-5EB5-566E847316C8}"/>
              </a:ext>
            </a:extLst>
          </p:cNvPr>
          <p:cNvSpPr txBox="1">
            <a:spLocks/>
          </p:cNvSpPr>
          <p:nvPr/>
        </p:nvSpPr>
        <p:spPr>
          <a:xfrm>
            <a:off x="7415820" y="3241159"/>
            <a:ext cx="4517099" cy="1012173"/>
          </a:xfrm>
          <a:prstGeom prst="rect">
            <a:avLst/>
          </a:prstGeom>
          <a:noFill/>
          <a:ln w="19050">
            <a:noFill/>
            <a:prstDash val="sysDot"/>
          </a:ln>
        </p:spPr>
        <p:txBody>
          <a:bodyPr wrap="square" lIns="216000" tIns="36000" rIns="216000" rtlCol="0" anchor="t">
            <a:noAutofit/>
          </a:bodyPr>
          <a:lstStyle/>
          <a:p>
            <a:r>
              <a:rPr lang="en-US" sz="2000" b="1" i="1">
                <a:solidFill>
                  <a:schemeClr val="accent1"/>
                </a:solidFill>
                <a:latin typeface="Source Sans Pro" panose="020B0503030403020204" pitchFamily="34" charset="0"/>
              </a:rPr>
              <a:t>Vandana Venkatesh - EVP &amp; CLO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Chief Legal Officer since 2020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>
                <a:solidFill>
                  <a:schemeClr val="accent1"/>
                </a:solidFill>
                <a:latin typeface="Source Sans Pro" panose="020B0503030403020204" pitchFamily="34" charset="0"/>
              </a:rPr>
              <a:t>Over 20 years in telecom regulatory law</a:t>
            </a:r>
            <a:endParaRPr lang="en-PT" sz="1400" i="1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6A485BC-31F2-4651-97D5-50F9668361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25231" y="2099791"/>
            <a:ext cx="927338" cy="92733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2C2B651-024A-A814-58A9-D2376B7D25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25231" y="3146774"/>
            <a:ext cx="927336" cy="92733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9BB4787-4AB6-3F7C-AADD-1EC038F1F9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20972" y="4146162"/>
            <a:ext cx="743851" cy="9273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4131F9-32BF-EDD2-2BAB-DC1162281D4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09349" y="5160909"/>
            <a:ext cx="771654" cy="92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143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36724-3B7F-863E-CE2B-07F6A454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37B719-ECE4-3C45-15B3-E8FF143634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Investment Team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B6A5D-4CAB-66FA-46F6-155B127B1E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Industry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B76F0-BE99-B11A-D14E-B8FB89AF8DE6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20D160-039A-4A4D-9CC9-9195FC73B772}" type="datetime3">
              <a:rPr kumimoji="0" lang="en-US" sz="1400" b="0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20 April 2026</a:t>
            </a:fld>
            <a:endParaRPr kumimoji="0" lang="en-GB" sz="14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C6381539-06D4-96AC-3235-B6F61D54B19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22800" y="6091200"/>
            <a:ext cx="1376363" cy="239971"/>
          </a:xfrm>
        </p:spPr>
        <p:txBody>
          <a:bodyPr/>
          <a:lstStyle/>
          <a:p>
            <a:r>
              <a:rPr lang="en-US"/>
              <a:t>Spring 2026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267878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223E311D-F426-8E7C-352F-85A042920EB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96821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23E311D-F426-8E7C-352F-85A042920E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BEAC59F-A413-ECC7-6EAE-1E9D88280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Telecommunication Industry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DAA00-8F03-52E5-D241-0572DF42B23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9900" y="1454263"/>
            <a:ext cx="5501086" cy="281895"/>
          </a:xfrm>
        </p:spPr>
        <p:txBody>
          <a:bodyPr/>
          <a:lstStyle/>
          <a:p>
            <a:r>
              <a:rPr lang="en-GB"/>
              <a:t>Telecom equipment 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6D87E-48F5-20C3-D6D1-436035F96B4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096001" y="1454262"/>
            <a:ext cx="5626100" cy="281896"/>
          </a:xfrm>
        </p:spPr>
        <p:txBody>
          <a:bodyPr/>
          <a:lstStyle/>
          <a:p>
            <a:r>
              <a:rPr lang="en-GB"/>
              <a:t>Telecom services </a:t>
            </a:r>
            <a:endParaRPr lang="en-GB" noProof="0"/>
          </a:p>
        </p:txBody>
      </p:sp>
      <p:pic>
        <p:nvPicPr>
          <p:cNvPr id="17" name="Content Placeholder 16" descr="City with solid fill">
            <a:extLst>
              <a:ext uri="{FF2B5EF4-FFF2-40B4-BE49-F238E27FC236}">
                <a16:creationId xmlns:a16="http://schemas.microsoft.com/office/drawing/2014/main" id="{0C69809E-00F8-05E4-4909-EBBDB7E94F87}"/>
              </a:ext>
            </a:extLst>
          </p:cNvPr>
          <p:cNvPicPr>
            <a:picLocks noGrp="1" noChangeAspect="1"/>
          </p:cNvPicPr>
          <p:nvPr>
            <p:ph sz="quarter" idx="37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07773" y="1881930"/>
            <a:ext cx="1326072" cy="1326072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3E7C39-A0F7-F91A-0D5A-46DEA8D14E12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221015" y="3429000"/>
            <a:ext cx="5501086" cy="2645187"/>
          </a:xfrm>
          <a:solidFill>
            <a:schemeClr val="tx2"/>
          </a:solidFill>
        </p:spPr>
        <p:txBody>
          <a:bodyPr anchor="ctr"/>
          <a:lstStyle/>
          <a:p>
            <a:pPr marL="511175" lvl="1" indent="-285750"/>
            <a:r>
              <a:rPr lang="en-GB" b="1"/>
              <a:t>Fixed broadband </a:t>
            </a:r>
            <a:r>
              <a:rPr lang="en-GB"/>
              <a:t>(</a:t>
            </a:r>
            <a:r>
              <a:rPr lang="en-GB" err="1"/>
              <a:t>fiber</a:t>
            </a:r>
            <a:r>
              <a:rPr lang="en-GB"/>
              <a:t>, cable DSL) </a:t>
            </a:r>
          </a:p>
          <a:p>
            <a:pPr marL="511175" lvl="1" indent="-285750"/>
            <a:r>
              <a:rPr lang="en-GB" b="1"/>
              <a:t>Wireless connectivity </a:t>
            </a:r>
            <a:r>
              <a:rPr lang="en-GB"/>
              <a:t>(4G/5G)</a:t>
            </a:r>
          </a:p>
          <a:p>
            <a:pPr marL="511175" lvl="1" indent="-285750"/>
            <a:r>
              <a:rPr lang="en-GB" b="1" noProof="0"/>
              <a:t>Mobile service plans </a:t>
            </a:r>
            <a:r>
              <a:rPr lang="en-GB" noProof="0"/>
              <a:t>(postpaid</a:t>
            </a:r>
            <a:r>
              <a:rPr lang="en-GB"/>
              <a:t> &amp; prepaid)</a:t>
            </a:r>
          </a:p>
          <a:p>
            <a:pPr marL="511175" lvl="1" indent="-285750"/>
            <a:r>
              <a:rPr lang="en-GB" b="1" noProof="0"/>
              <a:t>Enterprise solutions </a:t>
            </a:r>
            <a:r>
              <a:rPr lang="en-GB"/>
              <a:t>(cloud connectivity, cybersecurity, IoT)</a:t>
            </a:r>
          </a:p>
          <a:p>
            <a:pPr marL="511175" lvl="1" indent="-285750"/>
            <a:r>
              <a:rPr lang="en-GB" b="1" noProof="0" err="1"/>
              <a:t>Wh</a:t>
            </a:r>
            <a:r>
              <a:rPr lang="en-GB" b="1" err="1"/>
              <a:t>olesale</a:t>
            </a:r>
            <a:r>
              <a:rPr lang="en-GB"/>
              <a:t> (network capacity leasing) </a:t>
            </a:r>
          </a:p>
          <a:p>
            <a:pPr marL="511175" lvl="1" indent="-285750"/>
            <a:r>
              <a:rPr lang="en-GB" b="1" noProof="0"/>
              <a:t> Bundle</a:t>
            </a:r>
            <a:r>
              <a:rPr lang="en-GB" b="1"/>
              <a:t>d services </a:t>
            </a:r>
            <a:r>
              <a:rPr lang="en-GB"/>
              <a:t>(internet, TV, voice)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E2662F1-7787-3A4A-5343-69FC22BDB3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/>
              <a:t>Operators invest in infrastructure and generate recurring revenue through diversified service offerings </a:t>
            </a:r>
            <a:endParaRPr lang="en-GB" noProof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820B215-D1E7-C070-13D2-A5583E18873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3DFDAB5C-65C6-472C-8DAA-A10A83094197}" type="datetime3">
              <a:rPr lang="en-US" noProof="0" smtClean="0"/>
              <a:t>20 April 2026</a:t>
            </a:fld>
            <a:endParaRPr lang="en-GB" noProof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301D4B5-E6E0-2372-7D42-F966DF2CAB3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GB" noProof="0"/>
              <a:t>Sources</a:t>
            </a:r>
            <a:r>
              <a:rPr lang="en-GB" noProof="0">
                <a:solidFill>
                  <a:schemeClr val="accent2"/>
                </a:solidFill>
              </a:rPr>
              <a:t>:</a:t>
            </a:r>
            <a:r>
              <a:rPr lang="en-GB">
                <a:solidFill>
                  <a:schemeClr val="accent2"/>
                </a:solidFill>
              </a:rPr>
              <a:t> </a:t>
            </a:r>
            <a:r>
              <a:rPr lang="en-GB" u="sng" noProof="0">
                <a:solidFill>
                  <a:schemeClr val="accent2"/>
                </a:solidFill>
              </a:rPr>
              <a:t>Company annual reports ( Verizon, </a:t>
            </a:r>
            <a:r>
              <a:rPr lang="en-GB" u="sng" noProof="0" err="1">
                <a:solidFill>
                  <a:schemeClr val="accent2"/>
                </a:solidFill>
              </a:rPr>
              <a:t>At&amp;T</a:t>
            </a:r>
            <a:r>
              <a:rPr lang="en-GB" u="sng">
                <a:solidFill>
                  <a:schemeClr val="accent2"/>
                </a:solidFill>
              </a:rPr>
              <a:t>, </a:t>
            </a:r>
            <a:r>
              <a:rPr lang="en-GB" u="sng" err="1">
                <a:solidFill>
                  <a:schemeClr val="accent2"/>
                </a:solidFill>
              </a:rPr>
              <a:t>T-mobile</a:t>
            </a:r>
            <a:r>
              <a:rPr lang="en-GB" u="sng">
                <a:solidFill>
                  <a:schemeClr val="accent2"/>
                </a:solidFill>
              </a:rPr>
              <a:t>)</a:t>
            </a:r>
            <a:endParaRPr lang="en-GB" u="sng" noProof="0">
              <a:solidFill>
                <a:schemeClr val="accent2"/>
              </a:solidFill>
            </a:endParaRP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35B000A2-0DD2-54CB-C62E-B0672565E0AF}"/>
              </a:ext>
            </a:extLst>
          </p:cNvPr>
          <p:cNvSpPr txBox="1">
            <a:spLocks/>
          </p:cNvSpPr>
          <p:nvPr/>
        </p:nvSpPr>
        <p:spPr>
          <a:xfrm>
            <a:off x="478801" y="3429000"/>
            <a:ext cx="5501085" cy="2645187"/>
          </a:xfrm>
          <a:prstGeom prst="rect">
            <a:avLst/>
          </a:prstGeom>
          <a:solidFill>
            <a:schemeClr val="tx2"/>
          </a:solidFill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1175" lvl="1" indent="-285750"/>
            <a:r>
              <a:rPr lang="en-GB" b="1"/>
              <a:t>Physical Infrastructure </a:t>
            </a:r>
            <a:r>
              <a:rPr lang="en-GB"/>
              <a:t>(Towers, </a:t>
            </a:r>
            <a:r>
              <a:rPr lang="en-GB" err="1"/>
              <a:t>fiber</a:t>
            </a:r>
            <a:r>
              <a:rPr lang="en-GB"/>
              <a:t> cables, routers  and switches)</a:t>
            </a:r>
          </a:p>
          <a:p>
            <a:pPr marL="511175" lvl="1" indent="-285750"/>
            <a:r>
              <a:rPr lang="en-GB" b="1"/>
              <a:t>Network hardware </a:t>
            </a:r>
            <a:r>
              <a:rPr lang="en-GB"/>
              <a:t>(antennas, base stations)</a:t>
            </a:r>
          </a:p>
          <a:p>
            <a:pPr marL="511175" lvl="1" indent="-285750"/>
            <a:r>
              <a:rPr lang="en-GB" b="1"/>
              <a:t>Data </a:t>
            </a:r>
            <a:r>
              <a:rPr lang="en-GB" b="1" err="1"/>
              <a:t>Center</a:t>
            </a:r>
            <a:r>
              <a:rPr lang="en-GB" b="1"/>
              <a:t> hardware &amp; components</a:t>
            </a:r>
            <a:r>
              <a:rPr lang="en-GB"/>
              <a:t> (chips, antennas, servers) </a:t>
            </a:r>
          </a:p>
          <a:p>
            <a:pPr marL="511175" lvl="1" indent="-285750"/>
            <a:r>
              <a:rPr lang="en-GB" b="1"/>
              <a:t>Equipment vendors</a:t>
            </a:r>
            <a:r>
              <a:rPr lang="en-GB"/>
              <a:t>: Ericsson, Nokia, Huawei</a:t>
            </a:r>
          </a:p>
          <a:p>
            <a:pPr lvl="1" indent="0">
              <a:buNone/>
            </a:pPr>
            <a:endParaRPr lang="en-GB"/>
          </a:p>
        </p:txBody>
      </p:sp>
      <p:pic>
        <p:nvPicPr>
          <p:cNvPr id="24" name="Content Placeholder 23" descr="Internet with solid fill">
            <a:extLst>
              <a:ext uri="{FF2B5EF4-FFF2-40B4-BE49-F238E27FC236}">
                <a16:creationId xmlns:a16="http://schemas.microsoft.com/office/drawing/2014/main" id="{952ABB7E-1C26-802E-F3BC-3AC3D09AC33E}"/>
              </a:ext>
            </a:extLst>
          </p:cNvPr>
          <p:cNvPicPr>
            <a:picLocks noGrp="1" noChangeAspect="1"/>
          </p:cNvPicPr>
          <p:nvPr>
            <p:ph sz="quarter" idx="4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2383" y="1881928"/>
            <a:ext cx="1326071" cy="1326071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7FE69-4689-1178-B729-7A65A4001234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782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1BFE410-D5F6-94D1-E7C7-312E3751750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32546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BFE410-D5F6-94D1-E7C7-312E375175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1577D-5266-6C58-ABA6-AA44472480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0000" y="1452327"/>
            <a:ext cx="5499886" cy="281118"/>
          </a:xfrm>
        </p:spPr>
        <p:txBody>
          <a:bodyPr/>
          <a:lstStyle/>
          <a:p>
            <a:r>
              <a:rPr lang="en-GB"/>
              <a:t>Wireless Service Revenue in North America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A0A80-4856-A301-DF7A-B8C399F851E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80000" y="5380621"/>
            <a:ext cx="11232000" cy="760177"/>
          </a:xfrm>
        </p:spPr>
        <p:txBody>
          <a:bodyPr anchor="ctr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500" noProof="0">
                <a:latin typeface="Source Sans Pro"/>
                <a:ea typeface="Source Sans Pro"/>
              </a:rPr>
              <a:t>The U.S. </a:t>
            </a:r>
            <a:r>
              <a:rPr lang="en-GB" sz="1500">
                <a:latin typeface="Source Sans Pro"/>
                <a:ea typeface="Source Sans Pro"/>
              </a:rPr>
              <a:t>telecommunication Wireless Service </a:t>
            </a:r>
            <a:r>
              <a:rPr lang="en-GB" sz="1500" noProof="0">
                <a:latin typeface="Source Sans Pro"/>
                <a:ea typeface="Source Sans Pro"/>
              </a:rPr>
              <a:t>market is led by </a:t>
            </a:r>
            <a:r>
              <a:rPr lang="en-GB" sz="1500">
                <a:latin typeface="Source Sans Pro"/>
                <a:ea typeface="Source Sans Pro"/>
              </a:rPr>
              <a:t>three national carriers </a:t>
            </a:r>
            <a:r>
              <a:rPr lang="en-GB" sz="1500" b="1">
                <a:latin typeface="Source Sans Pro"/>
                <a:ea typeface="Source Sans Pro"/>
              </a:rPr>
              <a:t>controlling about 94% </a:t>
            </a:r>
            <a:r>
              <a:rPr lang="en-GB" sz="1500">
                <a:latin typeface="Source Sans Pro"/>
                <a:ea typeface="Source Sans Pro"/>
              </a:rPr>
              <a:t>of all revenues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500"/>
              <a:t>The remaining market is </a:t>
            </a:r>
            <a:r>
              <a:rPr lang="en-GB" sz="1500" b="1"/>
              <a:t>split across mid-tier </a:t>
            </a:r>
            <a:r>
              <a:rPr lang="en-GB" sz="1500"/>
              <a:t>operators and specialized segments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BFCBD3-B1BD-DB79-1A4D-1BB1AD4F2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Competitive Landscape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F177BB-EA4E-FC0B-A30C-BBE090405BB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/>
              <a:t>Verizon holds a leading position in a stable, concentrated market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A9902A-F752-D5D5-96AA-D288FAA41B70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fld id="{139B1449-5013-4331-B3BF-CB893F112805}" type="datetime3">
              <a:rPr lang="en-US" noProof="0" smtClean="0"/>
              <a:t>20 April 2026</a:t>
            </a:fld>
            <a:endParaRPr lang="en-GB" noProof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C89AD40-00AD-C307-C03D-874D0B53210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GB" noProof="0"/>
              <a:t>Sources</a:t>
            </a:r>
            <a:r>
              <a:rPr lang="en-GB" noProof="0">
                <a:solidFill>
                  <a:schemeClr val="accent2"/>
                </a:solidFill>
              </a:rPr>
              <a:t>: </a:t>
            </a:r>
            <a:r>
              <a:rPr lang="en-PT">
                <a:solidFill>
                  <a:schemeClr val="accent2"/>
                </a:solidFill>
              </a:rPr>
              <a:t> </a:t>
            </a:r>
            <a:r>
              <a:rPr lang="en-PT" u="sng">
                <a:solidFill>
                  <a:schemeClr val="accent2"/>
                </a:solidFill>
              </a:rPr>
              <a:t>Annual report 2025 of At&amp;T, T-mobile, Comcast, Verizon,Charter, Lumen</a:t>
            </a:r>
            <a:r>
              <a:rPr lang="en-US">
                <a:solidFill>
                  <a:schemeClr val="accent2"/>
                </a:solidFill>
              </a:rPr>
              <a:t> , </a:t>
            </a:r>
            <a:r>
              <a:rPr lang="en-US" u="sng">
                <a:solidFill>
                  <a:schemeClr val="accent2"/>
                </a:solidFill>
              </a:rPr>
              <a:t>Bloomberg</a:t>
            </a:r>
            <a:endParaRPr lang="en-PT" u="sng">
              <a:solidFill>
                <a:schemeClr val="accent2"/>
              </a:solidFill>
            </a:endParaRPr>
          </a:p>
          <a:p>
            <a:endParaRPr lang="en-GB" noProof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3547D90-3C39-801C-2193-8D16119B3437}"/>
              </a:ext>
            </a:extLst>
          </p:cNvPr>
          <p:cNvSpPr txBox="1">
            <a:spLocks/>
          </p:cNvSpPr>
          <p:nvPr/>
        </p:nvSpPr>
        <p:spPr>
          <a:xfrm>
            <a:off x="6222214" y="1448191"/>
            <a:ext cx="5499886" cy="28111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i="1" kern="120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Main Competitors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8FF4CE1-D7EC-AE2A-1C31-71B0560CD7A6}"/>
              </a:ext>
            </a:extLst>
          </p:cNvPr>
          <p:cNvSpPr txBox="1">
            <a:spLocks/>
          </p:cNvSpPr>
          <p:nvPr/>
        </p:nvSpPr>
        <p:spPr>
          <a:xfrm>
            <a:off x="7611953" y="2179628"/>
            <a:ext cx="4110147" cy="1039132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txBody>
          <a:bodyPr vert="horz" lIns="90000" tIns="46800" rIns="90000" bIns="468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600" i="0" kern="1200" dirty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500" b="1"/>
              <a:t>AT&amp;T</a:t>
            </a:r>
          </a:p>
          <a:p>
            <a:r>
              <a:rPr lang="en-GB" sz="1500"/>
              <a:t>Direct integrated telecom peer competition across </a:t>
            </a:r>
            <a:r>
              <a:rPr lang="en-GB" sz="1500" b="1"/>
              <a:t>wireless</a:t>
            </a:r>
            <a:r>
              <a:rPr lang="en-GB" sz="1500"/>
              <a:t>, </a:t>
            </a:r>
            <a:r>
              <a:rPr lang="en-GB" sz="1500" b="1" err="1"/>
              <a:t>fiber</a:t>
            </a:r>
            <a:r>
              <a:rPr lang="en-GB" sz="1500"/>
              <a:t>, and </a:t>
            </a:r>
            <a:r>
              <a:rPr lang="en-GB" sz="1500" b="1"/>
              <a:t>enterprise connectivity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25EB21D-C41D-BF90-AF85-8F6D843FE673}"/>
              </a:ext>
            </a:extLst>
          </p:cNvPr>
          <p:cNvSpPr txBox="1">
            <a:spLocks/>
          </p:cNvSpPr>
          <p:nvPr/>
        </p:nvSpPr>
        <p:spPr>
          <a:xfrm>
            <a:off x="7611953" y="3734312"/>
            <a:ext cx="4110147" cy="1039132"/>
          </a:xfrm>
          <a:prstGeom prst="rect">
            <a:avLst/>
          </a:prstGeom>
          <a:solidFill>
            <a:schemeClr val="tx2"/>
          </a:solidFill>
          <a:ln w="12700">
            <a:noFill/>
          </a:ln>
        </p:spPr>
        <p:txBody>
          <a:bodyPr vert="horz" lIns="90000" tIns="46800" rIns="90000" bIns="468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GB" sz="1600" i="0" kern="1200" dirty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500" b="1"/>
              <a:t>T-Mobile US</a:t>
            </a:r>
          </a:p>
          <a:p>
            <a:r>
              <a:rPr lang="en-GB" sz="1500"/>
              <a:t>Aggressive </a:t>
            </a:r>
            <a:r>
              <a:rPr lang="en-GB" sz="1500" b="1"/>
              <a:t>wireless competitor </a:t>
            </a:r>
            <a:r>
              <a:rPr lang="en-GB" sz="1500"/>
              <a:t>benefiting from strong </a:t>
            </a:r>
            <a:r>
              <a:rPr lang="en-GB" sz="1500" b="1"/>
              <a:t>5G</a:t>
            </a:r>
            <a:r>
              <a:rPr lang="en-GB" sz="1500"/>
              <a:t> spectrum assets and industry-leading subscriber growth</a:t>
            </a:r>
          </a:p>
        </p:txBody>
      </p:sp>
      <p:pic>
        <p:nvPicPr>
          <p:cNvPr id="8" name="Picture 7" descr="A blue and black striped sphere&#10;&#10;AI-generated content may be incorrect.">
            <a:extLst>
              <a:ext uri="{FF2B5EF4-FFF2-40B4-BE49-F238E27FC236}">
                <a16:creationId xmlns:a16="http://schemas.microsoft.com/office/drawing/2014/main" id="{9AB021A5-E735-56BB-7C21-4883A1676A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2016" y="2198642"/>
            <a:ext cx="1709569" cy="961632"/>
          </a:xfrm>
          <a:prstGeom prst="rect">
            <a:avLst/>
          </a:prstGeom>
        </p:spPr>
      </p:pic>
      <p:pic>
        <p:nvPicPr>
          <p:cNvPr id="20" name="Picture 19" descr="A close-up of a logo&#10;&#10;AI-generated content may be incorrect.">
            <a:extLst>
              <a:ext uri="{FF2B5EF4-FFF2-40B4-BE49-F238E27FC236}">
                <a16:creationId xmlns:a16="http://schemas.microsoft.com/office/drawing/2014/main" id="{12F97E03-290C-E08B-3196-A445E6DDFA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3978" y="3940493"/>
            <a:ext cx="1125647" cy="63317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6F365B-8BAF-DF2C-E373-CE405B76294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16</a:t>
            </a:fld>
            <a:endParaRPr lang="en-GB"/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3F3AB70E-A2B2-6598-9CD5-338EEB920A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2748042"/>
              </p:ext>
            </p:extLst>
          </p:nvPr>
        </p:nvGraphicFramePr>
        <p:xfrm>
          <a:off x="807268" y="2013868"/>
          <a:ext cx="4830713" cy="30985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4143393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04482E7C-0435-1BD9-DBE7-D132A23958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604839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482E7C-0435-1BD9-DBE7-D132A23958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1E5EA6-44AD-DF88-54D3-D2874A6DD6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noProof="0"/>
              <a:t>Revenue in the U.S. </a:t>
            </a:r>
            <a:r>
              <a:rPr lang="en-GB"/>
              <a:t>Telecom</a:t>
            </a:r>
            <a:r>
              <a:rPr lang="en-GB" noProof="0"/>
              <a:t> Services Market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FD834-C662-096E-F57F-232EF604F11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GB" noProof="0"/>
              <a:t>Industry characteristics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AFBBFB-1135-9F99-5279-CCC38FBBEA6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 anchor="ctr">
            <a:normAutofit lnSpcReduction="10000"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GB" b="1" noProof="0"/>
              <a:t>Consistent</a:t>
            </a:r>
            <a:r>
              <a:rPr lang="en-GB" noProof="0"/>
              <a:t>, </a:t>
            </a:r>
            <a:r>
              <a:rPr lang="en-GB" b="1" noProof="0"/>
              <a:t>infrastructure-led growth </a:t>
            </a:r>
            <a:r>
              <a:rPr lang="en-GB" noProof="0"/>
              <a:t>driven by ongoing </a:t>
            </a:r>
            <a:r>
              <a:rPr lang="en-GB" b="1" noProof="0"/>
              <a:t>network upgrades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GB" b="1"/>
              <a:t>Stable investment profile </a:t>
            </a:r>
            <a:r>
              <a:rPr lang="en-GB"/>
              <a:t>supported by the essential nature of connectivity demand </a:t>
            </a:r>
            <a:endParaRPr lang="en-GB" noProof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743A582-41A5-8833-A63F-23BB43B46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Industry Overview &amp; Demand Drivers</a:t>
            </a:r>
            <a:endParaRPr lang="en-GB" noProof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A6939BC-85DD-886A-E50D-D8833ABEAA4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 noProof="0"/>
              <a:t>Mature, infrastructure-driven industry with predictable demand and high barriers to entry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0B50CD-A85C-B231-47AE-8F5ECF3BCD21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/>
          <a:p>
            <a:fld id="{2603864C-B2FE-4A6D-A298-F795314DE2B9}" type="datetime3">
              <a:rPr lang="en-US" noProof="0" smtClean="0"/>
              <a:t>20 April 2026</a:t>
            </a:fld>
            <a:endParaRPr lang="en-GB" noProof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96BC1CA-1CAD-0AF0-A9FD-365BFCFF4AC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GB" noProof="0"/>
              <a:t>Sources: </a:t>
            </a:r>
            <a:r>
              <a:rPr lang="en-GB"/>
              <a:t>: </a:t>
            </a:r>
            <a:r>
              <a:rPr lang="en-PT" u="sng">
                <a:solidFill>
                  <a:schemeClr val="accent2"/>
                </a:solidFill>
              </a:rPr>
              <a:t>Verizon investors relation</a:t>
            </a:r>
            <a:r>
              <a:rPr lang="en-US" u="sng">
                <a:solidFill>
                  <a:schemeClr val="accent2"/>
                </a:solidFill>
              </a:rPr>
              <a:t> ; </a:t>
            </a:r>
            <a:r>
              <a:rPr lang="en-US" u="sng">
                <a:solidFill>
                  <a:schemeClr val="accent2"/>
                </a:solidFill>
                <a:hlinkClick r:id="rId6"/>
              </a:rPr>
              <a:t>Statista</a:t>
            </a:r>
            <a:endParaRPr lang="en-PT">
              <a:solidFill>
                <a:schemeClr val="accent2"/>
              </a:solidFill>
            </a:endParaRPr>
          </a:p>
          <a:p>
            <a:endParaRPr lang="en-GB" noProof="0"/>
          </a:p>
        </p:txBody>
      </p:sp>
      <p:pic>
        <p:nvPicPr>
          <p:cNvPr id="16" name="Graphic 15" descr="Two Men with solid fill">
            <a:extLst>
              <a:ext uri="{FF2B5EF4-FFF2-40B4-BE49-F238E27FC236}">
                <a16:creationId xmlns:a16="http://schemas.microsoft.com/office/drawing/2014/main" id="{4AC35001-A617-54D7-192D-F6CACCDF67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55218" y="1938679"/>
            <a:ext cx="914400" cy="914400"/>
          </a:xfrm>
          <a:prstGeom prst="rect">
            <a:avLst/>
          </a:prstGeom>
        </p:spPr>
      </p:pic>
      <p:pic>
        <p:nvPicPr>
          <p:cNvPr id="18" name="Graphic 17" descr="Shield Tick with solid fill">
            <a:extLst>
              <a:ext uri="{FF2B5EF4-FFF2-40B4-BE49-F238E27FC236}">
                <a16:creationId xmlns:a16="http://schemas.microsoft.com/office/drawing/2014/main" id="{D42B45F9-9DAE-871D-B529-F7BAE46E70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55218" y="3066982"/>
            <a:ext cx="914400" cy="914400"/>
          </a:xfrm>
          <a:prstGeom prst="rect">
            <a:avLst/>
          </a:prstGeom>
        </p:spPr>
      </p:pic>
      <p:pic>
        <p:nvPicPr>
          <p:cNvPr id="20" name="Graphic 19" descr="Fence with solid fill">
            <a:extLst>
              <a:ext uri="{FF2B5EF4-FFF2-40B4-BE49-F238E27FC236}">
                <a16:creationId xmlns:a16="http://schemas.microsoft.com/office/drawing/2014/main" id="{34D04674-740A-81FE-5B46-A9E1845DADF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55218" y="4195285"/>
            <a:ext cx="914400" cy="914400"/>
          </a:xfrm>
          <a:prstGeom prst="rect">
            <a:avLst/>
          </a:prstGeom>
        </p:spPr>
      </p:pic>
      <p:pic>
        <p:nvPicPr>
          <p:cNvPr id="22" name="Graphic 21" descr="Cell Tower with solid fill">
            <a:extLst>
              <a:ext uri="{FF2B5EF4-FFF2-40B4-BE49-F238E27FC236}">
                <a16:creationId xmlns:a16="http://schemas.microsoft.com/office/drawing/2014/main" id="{79F5E626-3139-68E5-ECE1-D0EABFB4AF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55218" y="5323588"/>
            <a:ext cx="914400" cy="914400"/>
          </a:xfrm>
          <a:prstGeom prst="rect">
            <a:avLst/>
          </a:prstGeom>
        </p:spPr>
      </p:pic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F667777-B647-96CB-1C7D-09FD55C723D3}"/>
              </a:ext>
            </a:extLst>
          </p:cNvPr>
          <p:cNvSpPr txBox="1">
            <a:spLocks/>
          </p:cNvSpPr>
          <p:nvPr/>
        </p:nvSpPr>
        <p:spPr>
          <a:xfrm>
            <a:off x="7493222" y="1844918"/>
            <a:ext cx="4228878" cy="1010636"/>
          </a:xfrm>
          <a:prstGeom prst="rect">
            <a:avLst/>
          </a:prstGeom>
          <a:noFill/>
          <a:ln>
            <a:noFill/>
          </a:ln>
        </p:spPr>
        <p:txBody>
          <a:bodyPr vert="horz" lIns="90000" tIns="46800" rIns="90000" bIns="4680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/>
              <a:t>Essential Demand </a:t>
            </a:r>
          </a:p>
          <a:p>
            <a:r>
              <a:rPr lang="en-GB"/>
              <a:t>Connectivity is a basic utility with</a:t>
            </a:r>
            <a:r>
              <a:rPr lang="en-GB" b="1"/>
              <a:t> recurring demand</a:t>
            </a:r>
            <a:r>
              <a:rPr lang="en-GB"/>
              <a:t> across consumers and enterprises.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B860275-6172-1646-8D9E-9090A0FE335C}"/>
              </a:ext>
            </a:extLst>
          </p:cNvPr>
          <p:cNvSpPr txBox="1">
            <a:spLocks/>
          </p:cNvSpPr>
          <p:nvPr/>
        </p:nvSpPr>
        <p:spPr>
          <a:xfrm>
            <a:off x="7493222" y="2883877"/>
            <a:ext cx="4228878" cy="1010636"/>
          </a:xfrm>
          <a:prstGeom prst="rect">
            <a:avLst/>
          </a:prstGeom>
          <a:noFill/>
          <a:ln>
            <a:noFill/>
          </a:ln>
        </p:spPr>
        <p:txBody>
          <a:bodyPr vert="horz" lIns="90000" tIns="46800" rIns="90000" bIns="4680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/>
              <a:t>Defensive sector </a:t>
            </a:r>
          </a:p>
          <a:p>
            <a:r>
              <a:rPr lang="en-GB"/>
              <a:t>Stable cash flows and </a:t>
            </a:r>
            <a:r>
              <a:rPr lang="en-GB" b="1"/>
              <a:t>low cyclicality </a:t>
            </a:r>
            <a:r>
              <a:rPr lang="en-GB"/>
              <a:t>support </a:t>
            </a:r>
            <a:r>
              <a:rPr lang="en-GB" b="1"/>
              <a:t>resilience</a:t>
            </a:r>
            <a:r>
              <a:rPr lang="en-GB"/>
              <a:t> during economic downturns. 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F591342C-1142-9314-718E-7477923AF485}"/>
              </a:ext>
            </a:extLst>
          </p:cNvPr>
          <p:cNvSpPr txBox="1">
            <a:spLocks/>
          </p:cNvSpPr>
          <p:nvPr/>
        </p:nvSpPr>
        <p:spPr>
          <a:xfrm>
            <a:off x="7493222" y="3921951"/>
            <a:ext cx="4363132" cy="1086089"/>
          </a:xfrm>
          <a:prstGeom prst="rect">
            <a:avLst/>
          </a:prstGeom>
          <a:noFill/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/>
              <a:t>High barriers to entry </a:t>
            </a:r>
          </a:p>
          <a:p>
            <a:r>
              <a:rPr lang="en-GB"/>
              <a:t>Significant </a:t>
            </a:r>
            <a:r>
              <a:rPr lang="en-GB" b="1"/>
              <a:t>capital requirements</a:t>
            </a:r>
            <a:r>
              <a:rPr lang="en-GB"/>
              <a:t>, spectrum </a:t>
            </a:r>
            <a:r>
              <a:rPr lang="en-GB" b="1"/>
              <a:t>licensing</a:t>
            </a:r>
            <a:r>
              <a:rPr lang="en-GB"/>
              <a:t>, and </a:t>
            </a:r>
            <a:r>
              <a:rPr lang="en-GB" b="1"/>
              <a:t>infrastructure</a:t>
            </a:r>
            <a:r>
              <a:rPr lang="en-GB"/>
              <a:t> limit new entrants. 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BE4A106A-8B2E-6EAA-0606-FD99E285D583}"/>
              </a:ext>
            </a:extLst>
          </p:cNvPr>
          <p:cNvSpPr txBox="1">
            <a:spLocks/>
          </p:cNvSpPr>
          <p:nvPr/>
        </p:nvSpPr>
        <p:spPr>
          <a:xfrm>
            <a:off x="7493222" y="5104129"/>
            <a:ext cx="4363132" cy="1047315"/>
          </a:xfrm>
          <a:prstGeom prst="rect">
            <a:avLst/>
          </a:prstGeom>
          <a:noFill/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/>
              <a:t>Technology Evolution</a:t>
            </a:r>
          </a:p>
          <a:p>
            <a:r>
              <a:rPr lang="en-GB"/>
              <a:t>5G, </a:t>
            </a:r>
            <a:r>
              <a:rPr lang="en-GB" err="1"/>
              <a:t>fiber</a:t>
            </a:r>
            <a:r>
              <a:rPr lang="en-GB"/>
              <a:t> expansion, and IoT adoption drive </a:t>
            </a:r>
            <a:r>
              <a:rPr lang="en-GB" b="1"/>
              <a:t>long-term industry growth</a:t>
            </a:r>
            <a:r>
              <a:rPr lang="en-GB"/>
              <a:t>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0854BB0-F7A3-9F3A-176A-6ED1B7000A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1563318"/>
              </p:ext>
            </p:extLst>
          </p:nvPr>
        </p:nvGraphicFramePr>
        <p:xfrm>
          <a:off x="508624" y="1946110"/>
          <a:ext cx="5241088" cy="2910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33389-AC0E-DA3A-56B0-C3C24F9A79B8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7" name="Right Arrow 19">
            <a:extLst>
              <a:ext uri="{FF2B5EF4-FFF2-40B4-BE49-F238E27FC236}">
                <a16:creationId xmlns:a16="http://schemas.microsoft.com/office/drawing/2014/main" id="{54932545-E1A1-B230-F2C6-10822F384AC9}"/>
              </a:ext>
            </a:extLst>
          </p:cNvPr>
          <p:cNvSpPr/>
          <p:nvPr/>
        </p:nvSpPr>
        <p:spPr>
          <a:xfrm rot="20619277">
            <a:off x="1055981" y="2784438"/>
            <a:ext cx="4521710" cy="52165"/>
          </a:xfrm>
          <a:prstGeom prst="rightArrow">
            <a:avLst>
              <a:gd name="adj1" fmla="val 50000"/>
              <a:gd name="adj2" fmla="val 40775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ounded Rectangle 20">
            <a:extLst>
              <a:ext uri="{FF2B5EF4-FFF2-40B4-BE49-F238E27FC236}">
                <a16:creationId xmlns:a16="http://schemas.microsoft.com/office/drawing/2014/main" id="{50329357-3587-85A8-842F-E0E5AC4E6A85}"/>
              </a:ext>
            </a:extLst>
          </p:cNvPr>
          <p:cNvSpPr/>
          <p:nvPr/>
        </p:nvSpPr>
        <p:spPr>
          <a:xfrm rot="20627570">
            <a:off x="2638063" y="2584128"/>
            <a:ext cx="982210" cy="184244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Source Sans Pro" panose="020B0503030403020204" pitchFamily="34" charset="0"/>
              </a:rPr>
              <a:t>CAGR 1.39%</a:t>
            </a:r>
          </a:p>
        </p:txBody>
      </p:sp>
    </p:spTree>
    <p:extLst>
      <p:ext uri="{BB962C8B-B14F-4D97-AF65-F5344CB8AC3E}">
        <p14:creationId xmlns:p14="http://schemas.microsoft.com/office/powerpoint/2010/main" val="1548222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9C0A4-8468-ED04-9BC8-56E4B68F6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80CF9534-0869-3E5A-DC55-6ED1BF146EB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CF9534-0869-3E5A-DC55-6ED1BF146E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5536F56-997F-27CB-346F-DB869BFA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Growth beyond Connectivity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8A5C4-1115-94B9-A4D4-A680969181A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noProof="0"/>
              <a:t>B2B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B1D82-D8D4-1492-E0BB-9CA0A645F65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GB"/>
              <a:t>Flanker</a:t>
            </a:r>
            <a:r>
              <a:rPr lang="en-GB" noProof="0"/>
              <a:t> brands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A8CE76-1CE3-B7E3-CE7E-371395A70EFE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solidFill>
            <a:schemeClr val="tx2"/>
          </a:solidFill>
        </p:spPr>
        <p:txBody>
          <a:bodyPr tIns="108000" anchor="t"/>
          <a:lstStyle/>
          <a:p>
            <a:pPr marL="511175" lvl="1" indent="-285750"/>
            <a:r>
              <a:rPr lang="en-PT"/>
              <a:t>Expansion into </a:t>
            </a:r>
            <a:r>
              <a:rPr lang="en-PT" b="1"/>
              <a:t>enterprise services </a:t>
            </a:r>
            <a:r>
              <a:rPr lang="en-PT"/>
              <a:t>provides </a:t>
            </a:r>
            <a:r>
              <a:rPr lang="en-PT" b="1"/>
              <a:t>higher-margin growth</a:t>
            </a:r>
          </a:p>
          <a:p>
            <a:pPr marL="511175" lvl="1" indent="-285750"/>
            <a:r>
              <a:rPr lang="en-PT" b="1"/>
              <a:t>New digital solutions </a:t>
            </a:r>
            <a:r>
              <a:rPr lang="en-PT"/>
              <a:t>(cloud, IoT, cybersecurity) drive revenue </a:t>
            </a:r>
            <a:r>
              <a:rPr lang="en-PT" b="1"/>
              <a:t>diversification</a:t>
            </a:r>
          </a:p>
          <a:p>
            <a:pPr marL="511175" lvl="1" indent="-285750"/>
            <a:r>
              <a:rPr lang="en-PT"/>
              <a:t>Helps </a:t>
            </a:r>
            <a:r>
              <a:rPr lang="en-PT" b="1"/>
              <a:t>offset pricing pressure </a:t>
            </a:r>
            <a:r>
              <a:rPr lang="en-PT"/>
              <a:t>in core consumer markets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2C84F-F163-E310-D412-63B29C130EEE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solidFill>
            <a:schemeClr val="tx2"/>
          </a:solidFill>
        </p:spPr>
        <p:txBody>
          <a:bodyPr tIns="108000" anchor="t"/>
          <a:lstStyle/>
          <a:p>
            <a:pPr marL="511175" lvl="1" indent="-285750"/>
            <a:r>
              <a:rPr lang="en-PT"/>
              <a:t>2026 flanker brands will likely </a:t>
            </a:r>
            <a:r>
              <a:rPr lang="en-US"/>
              <a:t> </a:t>
            </a:r>
            <a:r>
              <a:rPr lang="en-PT"/>
              <a:t>evolve into </a:t>
            </a:r>
            <a:r>
              <a:rPr lang="en-PT" b="1"/>
              <a:t>strategic</a:t>
            </a:r>
            <a:r>
              <a:rPr lang="en-PT"/>
              <a:t>, </a:t>
            </a:r>
            <a:r>
              <a:rPr lang="en-PT" b="1"/>
              <a:t>digital-first growth engines</a:t>
            </a:r>
          </a:p>
          <a:p>
            <a:pPr marL="511175" lvl="1" indent="-285750"/>
            <a:r>
              <a:rPr lang="en-PT"/>
              <a:t>Enabling telecom operators to </a:t>
            </a:r>
            <a:r>
              <a:rPr lang="en-PT" b="1"/>
              <a:t>sharpen segmentation</a:t>
            </a:r>
            <a:r>
              <a:rPr lang="en-PT"/>
              <a:t>, </a:t>
            </a:r>
            <a:r>
              <a:rPr lang="en-PT" b="1"/>
              <a:t>reduce churn</a:t>
            </a:r>
            <a:r>
              <a:rPr lang="en-PT"/>
              <a:t>, </a:t>
            </a:r>
            <a:r>
              <a:rPr lang="en-PT" b="1"/>
              <a:t>protect flagship brands </a:t>
            </a:r>
          </a:p>
          <a:p>
            <a:pPr marL="511175" lvl="1" indent="-285750"/>
            <a:r>
              <a:rPr lang="en-PT"/>
              <a:t>Expand across </a:t>
            </a:r>
            <a:r>
              <a:rPr lang="en-PT" b="1"/>
              <a:t>mobile</a:t>
            </a:r>
            <a:r>
              <a:rPr lang="en-PT"/>
              <a:t>, </a:t>
            </a:r>
            <a:r>
              <a:rPr lang="en-PT" b="1"/>
              <a:t>broadband</a:t>
            </a:r>
            <a:r>
              <a:rPr lang="en-PT"/>
              <a:t>, and </a:t>
            </a:r>
            <a:r>
              <a:rPr lang="en-PT" b="1"/>
              <a:t>new services</a:t>
            </a:r>
            <a:endParaRPr lang="en-PT"/>
          </a:p>
          <a:p>
            <a:pPr marL="285750" indent="-285750">
              <a:buFont typeface="Wingdings" pitchFamily="2" charset="2"/>
              <a:buChar char="§"/>
            </a:pPr>
            <a:endParaRPr lang="en-GB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A263CEB-7AD6-1100-12B8-C17C6297818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GB" noProof="0"/>
              <a:t>Costumer</a:t>
            </a:r>
            <a:r>
              <a:rPr lang="en-GB"/>
              <a:t> trust</a:t>
            </a:r>
            <a:endParaRPr lang="en-GB" noProof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8C7F5D9-80BC-FCE9-9DBE-83436AC509A6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solidFill>
            <a:schemeClr val="tx2"/>
          </a:solidFill>
        </p:spPr>
        <p:txBody>
          <a:bodyPr tIns="108000">
            <a:normAutofit/>
          </a:bodyPr>
          <a:lstStyle/>
          <a:p>
            <a:pPr marL="511175" lvl="1" indent="-285750"/>
            <a:r>
              <a:rPr lang="en-PT"/>
              <a:t>Through improved </a:t>
            </a:r>
            <a:r>
              <a:rPr lang="en-PT" b="1"/>
              <a:t>personalization &amp;</a:t>
            </a:r>
            <a:r>
              <a:rPr lang="en-PT"/>
              <a:t> </a:t>
            </a:r>
            <a:r>
              <a:rPr lang="en-PT" b="1"/>
              <a:t>ecosystems </a:t>
            </a:r>
            <a:r>
              <a:rPr lang="en-PT"/>
              <a:t>operators hope to restore </a:t>
            </a:r>
            <a:r>
              <a:rPr lang="en-PT" b="1"/>
              <a:t>trust</a:t>
            </a:r>
            <a:r>
              <a:rPr lang="en-PT"/>
              <a:t> and </a:t>
            </a:r>
            <a:r>
              <a:rPr lang="en-PT" b="1"/>
              <a:t>long-term commitment</a:t>
            </a:r>
            <a:r>
              <a:rPr lang="en-PT"/>
              <a:t>.</a:t>
            </a:r>
          </a:p>
          <a:p>
            <a:pPr marL="511175" lvl="1" indent="-285750"/>
            <a:r>
              <a:rPr lang="en-PT" b="1"/>
              <a:t>Loyalty</a:t>
            </a:r>
            <a:r>
              <a:rPr lang="en-PT"/>
              <a:t> programs can increase </a:t>
            </a:r>
            <a:r>
              <a:rPr lang="en-PT" b="1"/>
              <a:t>customer sentiment </a:t>
            </a:r>
            <a:r>
              <a:rPr lang="en-PT"/>
              <a:t>by up to </a:t>
            </a:r>
            <a:r>
              <a:rPr lang="en-PT" b="1"/>
              <a:t>15%</a:t>
            </a:r>
            <a:r>
              <a:rPr lang="en-PT"/>
              <a:t> and </a:t>
            </a:r>
            <a:r>
              <a:rPr lang="en-PT" b="1"/>
              <a:t>reduce churn </a:t>
            </a:r>
            <a:r>
              <a:rPr lang="en-PT"/>
              <a:t>by </a:t>
            </a:r>
            <a:r>
              <a:rPr lang="en-US"/>
              <a:t> </a:t>
            </a:r>
            <a:r>
              <a:rPr lang="en-PT"/>
              <a:t>approximately </a:t>
            </a:r>
            <a:r>
              <a:rPr lang="en-PT" b="1"/>
              <a:t>8%</a:t>
            </a:r>
            <a:r>
              <a:rPr lang="en-PT"/>
              <a:t>.</a:t>
            </a:r>
          </a:p>
          <a:p>
            <a:pPr marL="285750" indent="-285750">
              <a:buFont typeface="Wingdings" pitchFamily="2" charset="2"/>
              <a:buChar char="§"/>
            </a:pPr>
            <a:endParaRPr lang="en-PT"/>
          </a:p>
          <a:p>
            <a:pPr marL="285750" indent="-285750">
              <a:buFont typeface="Wingdings" pitchFamily="2" charset="2"/>
              <a:buChar char="§"/>
            </a:pPr>
            <a:endParaRPr lang="en-PT"/>
          </a:p>
          <a:p>
            <a:pPr marL="285750" indent="-285750">
              <a:buFont typeface="Wingdings" pitchFamily="2" charset="2"/>
              <a:buChar char="§"/>
            </a:pPr>
            <a:endParaRPr lang="en-GB" noProof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7DC7B7D-3EF8-4716-9D26-33082835950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/>
              <a:t>Telecom operators are expanding beyond core connectivity into B2B services, multi-brand strategies, and customer engagement</a:t>
            </a:r>
            <a:endParaRPr lang="en-GB" noProof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BF7C083-5D4E-D657-6CBB-E0343BF7D386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5C0AEFDD-2DB5-4FBC-86C8-8F20AE6E06B5}" type="datetime3">
              <a:rPr lang="en-US" noProof="0" smtClean="0"/>
              <a:t>20 April 2026</a:t>
            </a:fld>
            <a:endParaRPr lang="en-GB" noProof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176B39F-D653-4595-0E7B-6AFE7DBBFD5E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r>
              <a:rPr lang="en-GB" noProof="0"/>
              <a:t>Sources: </a:t>
            </a:r>
            <a:r>
              <a:rPr lang="en-PT" u="sng">
                <a:hlinkClick r:id="rId6"/>
              </a:rPr>
              <a:t>Telecom Industry Outlook</a:t>
            </a:r>
            <a:r>
              <a:rPr lang="en-PT"/>
              <a:t> </a:t>
            </a:r>
          </a:p>
          <a:p>
            <a:endParaRPr lang="en-GB" noProof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1F0998C4-BD76-084F-7D1D-BCC7A3B6E2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79425" y="5048897"/>
            <a:ext cx="11242675" cy="936133"/>
          </a:xfrm>
        </p:spPr>
        <p:txBody>
          <a:bodyPr tIns="108000" anchor="ctr">
            <a:norm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GB" noProof="0"/>
              <a:t>While</a:t>
            </a:r>
            <a:r>
              <a:rPr lang="en-GB" b="1" noProof="0"/>
              <a:t> growth opportunities exist beyond connectivity, telecoms face execution risk, hyperscale competition, and margin dilution </a:t>
            </a:r>
            <a:r>
              <a:rPr lang="en-GB" noProof="0"/>
              <a:t>in this segments.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2E6A24-5354-BE29-F20F-5A65984EE25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311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798945-CF34-8A85-E340-8AA033057F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Investment Team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50C34-6E3B-ED53-D0B6-C592C613D1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Issuer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68483-5F8E-0457-45EC-001357DE7C38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D60977F-A1A9-49DE-B441-F03936D9DCE8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BBF1BB23-776D-81A9-D302-66DFB6110FD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22800" y="6091200"/>
            <a:ext cx="1376363" cy="239971"/>
          </a:xfrm>
        </p:spPr>
        <p:txBody>
          <a:bodyPr/>
          <a:lstStyle/>
          <a:p>
            <a:r>
              <a:rPr lang="en-US"/>
              <a:t>Spring 2026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64399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1EA03017-406D-59FB-09E9-994BC7C140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74009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5" imgH="416" progId="TCLayout.ActiveDocument.1">
                  <p:embed/>
                </p:oleObj>
              </mc:Choice>
              <mc:Fallback>
                <p:oleObj name="think-cell Slide" r:id="rId8" imgW="415" imgH="41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A03017-406D-59FB-09E9-994BC7C140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9AE138E-30CA-F011-1BB8-9F64B0F9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/>
              <a:t>Capital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0B61A-4AC5-B957-D174-76FB273B8B2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/>
              <a:t>Verizon presents a manageable capital structure, increasing the cash reserves over the past 5 years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C9C3F-A104-24EA-64C8-55D1C9B36DC8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70ED5616-EFBD-4E05-B26C-43A0F7A7F2DB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A69CBD-47C5-DDA4-CDFC-D40DA261F69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GB"/>
              <a:t>* adjusted to the frontier acquisition-related debt-issuance cash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5DB83405-619F-4115-6ADD-82395EDDDA2E}"/>
              </a:ext>
            </a:extLst>
          </p:cNvPr>
          <p:cNvSpPr txBox="1">
            <a:spLocks/>
          </p:cNvSpPr>
          <p:nvPr/>
        </p:nvSpPr>
        <p:spPr>
          <a:xfrm>
            <a:off x="478800" y="1454263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Capital Structure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9F5DD63-91DE-205A-BD9D-56114C9C0A95}"/>
              </a:ext>
            </a:extLst>
          </p:cNvPr>
          <p:cNvSpPr txBox="1">
            <a:spLocks/>
          </p:cNvSpPr>
          <p:nvPr/>
        </p:nvSpPr>
        <p:spPr>
          <a:xfrm>
            <a:off x="6455218" y="1454400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Bonds &amp; Notes Info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0657F28-DCBB-979E-1487-87926E49D15B}"/>
              </a:ext>
            </a:extLst>
          </p:cNvPr>
          <p:cNvSpPr txBox="1">
            <a:spLocks/>
          </p:cNvSpPr>
          <p:nvPr/>
        </p:nvSpPr>
        <p:spPr>
          <a:xfrm>
            <a:off x="479425" y="1951037"/>
            <a:ext cx="5255375" cy="4214813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FF06803-17E2-7584-5B6B-D023E50AC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510473"/>
              </p:ext>
            </p:extLst>
          </p:nvPr>
        </p:nvGraphicFramePr>
        <p:xfrm>
          <a:off x="478800" y="4484314"/>
          <a:ext cx="5255373" cy="168153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83393">
                  <a:extLst>
                    <a:ext uri="{9D8B030D-6E8A-4147-A177-3AD203B41FA5}">
                      <a16:colId xmlns:a16="http://schemas.microsoft.com/office/drawing/2014/main" val="3436726105"/>
                    </a:ext>
                  </a:extLst>
                </a:gridCol>
                <a:gridCol w="794396">
                  <a:extLst>
                    <a:ext uri="{9D8B030D-6E8A-4147-A177-3AD203B41FA5}">
                      <a16:colId xmlns:a16="http://schemas.microsoft.com/office/drawing/2014/main" val="628919372"/>
                    </a:ext>
                  </a:extLst>
                </a:gridCol>
                <a:gridCol w="794396">
                  <a:extLst>
                    <a:ext uri="{9D8B030D-6E8A-4147-A177-3AD203B41FA5}">
                      <a16:colId xmlns:a16="http://schemas.microsoft.com/office/drawing/2014/main" val="306819828"/>
                    </a:ext>
                  </a:extLst>
                </a:gridCol>
                <a:gridCol w="794396">
                  <a:extLst>
                    <a:ext uri="{9D8B030D-6E8A-4147-A177-3AD203B41FA5}">
                      <a16:colId xmlns:a16="http://schemas.microsoft.com/office/drawing/2014/main" val="1883265158"/>
                    </a:ext>
                  </a:extLst>
                </a:gridCol>
                <a:gridCol w="794396">
                  <a:extLst>
                    <a:ext uri="{9D8B030D-6E8A-4147-A177-3AD203B41FA5}">
                      <a16:colId xmlns:a16="http://schemas.microsoft.com/office/drawing/2014/main" val="3664652094"/>
                    </a:ext>
                  </a:extLst>
                </a:gridCol>
                <a:gridCol w="794396">
                  <a:extLst>
                    <a:ext uri="{9D8B030D-6E8A-4147-A177-3AD203B41FA5}">
                      <a16:colId xmlns:a16="http://schemas.microsoft.com/office/drawing/2014/main" val="4270744215"/>
                    </a:ext>
                  </a:extLst>
                </a:gridCol>
              </a:tblGrid>
              <a:tr h="383568"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Metric (m 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281168"/>
                  </a:ext>
                </a:extLst>
              </a:tr>
              <a:tr h="383568">
                <a:tc>
                  <a:txBody>
                    <a:bodyPr/>
                    <a:lstStyle/>
                    <a:p>
                      <a:pPr algn="ctr"/>
                      <a:r>
                        <a:rPr lang="en-GB" sz="1200" b="1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</a:rPr>
                        <a:t>Cash &amp; Equivalents</a:t>
                      </a:r>
                      <a:endParaRPr lang="en-GB" sz="1200" b="1" noProof="0">
                        <a:solidFill>
                          <a:schemeClr val="accent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GB" sz="1200" kern="1200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2 921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/>
                      <a:r>
                        <a:rPr lang="en-GB" sz="1200" kern="1200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2 605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/>
                      <a:r>
                        <a:rPr lang="en-GB" sz="1200" kern="1200" noProof="0">
                          <a:solidFill>
                            <a:schemeClr val="accent1"/>
                          </a:solidFill>
                          <a:latin typeface="Source Sans Pro"/>
                          <a:ea typeface="+mn-ea"/>
                          <a:cs typeface="+mn-cs"/>
                        </a:rPr>
                        <a:t>2 065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i="0" u="none" strike="noStrike" kern="1200" noProof="0">
                          <a:solidFill>
                            <a:schemeClr val="accent1"/>
                          </a:solidFill>
                          <a:latin typeface="Source Sans Pro"/>
                        </a:rPr>
                        <a:t>4 194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/>
                      <a:r>
                        <a:rPr lang="en-GB" sz="1200" b="1" kern="1200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7 561</a:t>
                      </a:r>
                      <a:r>
                        <a:rPr lang="en-GB" sz="1200" b="1" i="0" u="none" strike="noStrike" kern="1200" baseline="300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*</a:t>
                      </a:r>
                      <a:endParaRPr lang="en-GB" sz="1200" b="1" kern="1200" noProof="0">
                        <a:solidFill>
                          <a:schemeClr val="accent1"/>
                        </a:solidFill>
                        <a:latin typeface="Source Sans Pro" panose="020B0503030403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19326524"/>
                  </a:ext>
                </a:extLst>
              </a:tr>
              <a:tr h="383568">
                <a:tc>
                  <a:txBody>
                    <a:bodyPr/>
                    <a:lstStyle/>
                    <a:p>
                      <a:pPr algn="ctr"/>
                      <a:r>
                        <a:rPr lang="en-GB" sz="1200" b="1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Short-term Debt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/>
                      <a:r>
                        <a:rPr lang="en-GB" sz="1200" kern="1200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11 302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/>
                      <a:r>
                        <a:rPr lang="en-GB" sz="1200" kern="1200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14 097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/>
                      <a:r>
                        <a:rPr lang="en-GB" sz="1200" kern="1200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17 239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/>
                      <a:r>
                        <a:rPr lang="en-GB" sz="1200" kern="1200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27 048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/>
                      <a:r>
                        <a:rPr lang="en-GB" sz="1200" b="1" kern="1200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23 160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28402704"/>
                  </a:ext>
                </a:extLst>
              </a:tr>
              <a:tr h="383568">
                <a:tc>
                  <a:txBody>
                    <a:bodyPr/>
                    <a:lstStyle/>
                    <a:p>
                      <a:pPr algn="ctr"/>
                      <a:r>
                        <a:rPr lang="en-GB" sz="1200" b="1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Long-term Debt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/>
                      <a:r>
                        <a:rPr lang="en-GB" sz="1200" kern="1200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166 628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/>
                      <a:r>
                        <a:rPr lang="en-GB" sz="1200" kern="1200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162 234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/>
                      <a:r>
                        <a:rPr lang="en-GB" sz="1200" kern="1200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157 703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/>
                      <a:r>
                        <a:rPr lang="en-GB" sz="1200" kern="1200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141 309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/>
                      <a:r>
                        <a:rPr lang="en-GB" sz="1200" b="1" kern="1200" noProof="0">
                          <a:solidFill>
                            <a:schemeClr val="accent1"/>
                          </a:solidFill>
                          <a:latin typeface="Source Sans Pro" panose="020B0503030403020204" pitchFamily="34" charset="0"/>
                          <a:ea typeface="+mn-ea"/>
                          <a:cs typeface="+mn-cs"/>
                        </a:rPr>
                        <a:t>158 483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3199858"/>
                  </a:ext>
                </a:extLst>
              </a:tr>
            </a:tbl>
          </a:graphicData>
        </a:graphic>
      </p:graphicFrame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C2F844FD-7A9C-F000-31E8-FF4B7623F3A9}"/>
              </a:ext>
            </a:extLst>
          </p:cNvPr>
          <p:cNvSpPr txBox="1">
            <a:spLocks/>
          </p:cNvSpPr>
          <p:nvPr/>
        </p:nvSpPr>
        <p:spPr>
          <a:xfrm>
            <a:off x="6455218" y="3428999"/>
            <a:ext cx="5256733" cy="2736851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300" b="1"/>
              <a:t>Verizon maintains a manageable leverage profile</a:t>
            </a:r>
            <a:r>
              <a:rPr lang="en-GB" sz="1300"/>
              <a:t>, with </a:t>
            </a:r>
            <a:r>
              <a:rPr lang="en-GB" sz="1300" b="1"/>
              <a:t>debt</a:t>
            </a:r>
            <a:r>
              <a:rPr lang="en-GB" sz="1300"/>
              <a:t> representing </a:t>
            </a:r>
            <a:r>
              <a:rPr lang="en-GB" sz="1300" b="1"/>
              <a:t>51% of total capitalisation</a:t>
            </a:r>
            <a:r>
              <a:rPr lang="en-GB" sz="1300"/>
              <a:t>, in line with investment-grade telecom peers.</a:t>
            </a:r>
            <a:endParaRPr lang="en-US" sz="1300" b="1">
              <a:latin typeface="Source Sans Pro"/>
              <a:ea typeface="Source Sans Pro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300" b="1">
                <a:latin typeface="Source Sans Pro"/>
                <a:ea typeface="Source Sans Pro"/>
              </a:rPr>
              <a:t>Cash &amp; Cash Equivalents</a:t>
            </a:r>
            <a:r>
              <a:rPr lang="en-GB" sz="1300">
                <a:latin typeface="Source Sans Pro"/>
                <a:ea typeface="Source Sans Pro"/>
              </a:rPr>
              <a:t> represents </a:t>
            </a:r>
            <a:r>
              <a:rPr lang="en-GB" sz="1300" b="1">
                <a:latin typeface="Source Sans Pro"/>
                <a:ea typeface="Source Sans Pro"/>
              </a:rPr>
              <a:t>10%</a:t>
            </a:r>
            <a:r>
              <a:rPr lang="en-GB" sz="1300">
                <a:latin typeface="Source Sans Pro"/>
                <a:ea typeface="Source Sans Pro"/>
              </a:rPr>
              <a:t> of </a:t>
            </a:r>
            <a:r>
              <a:rPr lang="en-GB" sz="1300" b="1">
                <a:latin typeface="Source Sans Pro"/>
                <a:ea typeface="Source Sans Pro"/>
              </a:rPr>
              <a:t>Total Debt </a:t>
            </a:r>
            <a:r>
              <a:rPr lang="en-GB" sz="1300">
                <a:latin typeface="Source Sans Pro"/>
                <a:ea typeface="Source Sans Pro"/>
              </a:rPr>
              <a:t>outstanding.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300">
                <a:latin typeface="Source Sans Pro"/>
                <a:ea typeface="Source Sans Pro"/>
              </a:rPr>
              <a:t> </a:t>
            </a:r>
            <a:r>
              <a:rPr lang="en-US" sz="1300" b="1">
                <a:latin typeface="Source Sans Pro"/>
                <a:ea typeface="Source Sans Pro"/>
              </a:rPr>
              <a:t>Long-term debt declined steadily</a:t>
            </a:r>
            <a:r>
              <a:rPr lang="en-US" sz="1300">
                <a:latin typeface="Source Sans Pro"/>
                <a:ea typeface="Source Sans Pro"/>
              </a:rPr>
              <a:t>, </a:t>
            </a:r>
            <a:r>
              <a:rPr lang="en-GB" sz="1300">
                <a:latin typeface="Source Sans Pro"/>
                <a:ea typeface="Source Sans Pro"/>
              </a:rPr>
              <a:t>reflecting </a:t>
            </a:r>
            <a:r>
              <a:rPr lang="en-GB" sz="1300" b="1">
                <a:latin typeface="Source Sans Pro"/>
                <a:ea typeface="Source Sans Pro"/>
              </a:rPr>
              <a:t>active deleveraging</a:t>
            </a:r>
            <a:r>
              <a:rPr lang="en-GB" sz="1300">
                <a:latin typeface="Source Sans Pro"/>
                <a:ea typeface="Source Sans Pro"/>
              </a:rPr>
              <a:t>, while the rise in short-term debt warrants monitoring as refinancing needs increase in the near term.</a:t>
            </a:r>
          </a:p>
        </p:txBody>
      </p:sp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F780A52B-8140-09C6-0914-3B51B4DFC1F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348182"/>
              </p:ext>
            </p:extLst>
          </p:nvPr>
        </p:nvGraphicFramePr>
        <p:xfrm>
          <a:off x="2036763" y="1493838"/>
          <a:ext cx="2986087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459A6069-EA0F-1600-A9CF-EEE649A059A0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14363" y="2281238"/>
            <a:ext cx="250825" cy="1873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56ED02-5C30-DDEC-B54E-1293616F8AFE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14363" y="2587625"/>
            <a:ext cx="250825" cy="1873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81119F3-CAE1-322F-584B-8307750045A6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915988" y="2244725"/>
            <a:ext cx="839788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8F331E67-6F90-47B2-B98A-4C1432B4BC54}" type="datetime'''''''''''''''Ma''rket'' ''C''''''''a''''p'''''''''''">
              <a:rPr lang="en-GB" altLang="en-US" sz="1400" smtClean="0">
                <a:effectLst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Market Cap</a:t>
            </a:fld>
            <a:endParaRPr lang="en-GB" sz="140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81119F3-CAE1-322F-584B-8307750045A6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915988" y="2551113"/>
            <a:ext cx="779463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A8E6284-8477-4495-8E4B-60EEFCCAF360}" type="datetime'''T''''''''''''ot''''''al'' ''''''D''''eb''''''''''''t'''">
              <a:rPr lang="en-GB" altLang="en-US" sz="1400" smtClean="0">
                <a:effectLst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Total Debt</a:t>
            </a:fld>
            <a:endParaRPr lang="en-GB" sz="1400"/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1D946D5-49FF-44DC-D95D-D156ED212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354318"/>
              </p:ext>
            </p:extLst>
          </p:nvPr>
        </p:nvGraphicFramePr>
        <p:xfrm>
          <a:off x="6466099" y="1882206"/>
          <a:ext cx="5256001" cy="766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8460">
                  <a:extLst>
                    <a:ext uri="{9D8B030D-6E8A-4147-A177-3AD203B41FA5}">
                      <a16:colId xmlns:a16="http://schemas.microsoft.com/office/drawing/2014/main" val="2774372562"/>
                    </a:ext>
                  </a:extLst>
                </a:gridCol>
                <a:gridCol w="795513">
                  <a:extLst>
                    <a:ext uri="{9D8B030D-6E8A-4147-A177-3AD203B41FA5}">
                      <a16:colId xmlns:a16="http://schemas.microsoft.com/office/drawing/2014/main" val="4234735452"/>
                    </a:ext>
                  </a:extLst>
                </a:gridCol>
                <a:gridCol w="820507">
                  <a:extLst>
                    <a:ext uri="{9D8B030D-6E8A-4147-A177-3AD203B41FA5}">
                      <a16:colId xmlns:a16="http://schemas.microsoft.com/office/drawing/2014/main" val="64813807"/>
                    </a:ext>
                  </a:extLst>
                </a:gridCol>
                <a:gridCol w="820507">
                  <a:extLst>
                    <a:ext uri="{9D8B030D-6E8A-4147-A177-3AD203B41FA5}">
                      <a16:colId xmlns:a16="http://schemas.microsoft.com/office/drawing/2014/main" val="1306720054"/>
                    </a:ext>
                  </a:extLst>
                </a:gridCol>
                <a:gridCol w="820507">
                  <a:extLst>
                    <a:ext uri="{9D8B030D-6E8A-4147-A177-3AD203B41FA5}">
                      <a16:colId xmlns:a16="http://schemas.microsoft.com/office/drawing/2014/main" val="1544821588"/>
                    </a:ext>
                  </a:extLst>
                </a:gridCol>
                <a:gridCol w="820507">
                  <a:extLst>
                    <a:ext uri="{9D8B030D-6E8A-4147-A177-3AD203B41FA5}">
                      <a16:colId xmlns:a16="http://schemas.microsoft.com/office/drawing/2014/main" val="2091802966"/>
                    </a:ext>
                  </a:extLst>
                </a:gridCol>
              </a:tblGrid>
              <a:tr h="51108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Bonds &amp; Notes </a:t>
                      </a:r>
                      <a:endParaRPr lang="en-GB" sz="1100" b="1" i="0" u="none" strike="noStrike" noProof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1C2E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Amount Outstanding</a:t>
                      </a:r>
                      <a:endParaRPr lang="en-GB" sz="1100" b="1" i="0" u="none" strike="noStrike" noProof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1C2E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Maturity Date </a:t>
                      </a:r>
                      <a:endParaRPr lang="en-GB" sz="1100" b="1" i="0" u="none" strike="noStrike" noProof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1C2E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Seniority</a:t>
                      </a:r>
                      <a:endParaRPr lang="en-GB" sz="1100" b="1" i="0" u="none" strike="noStrike" noProof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1C2E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Security</a:t>
                      </a:r>
                      <a:endParaRPr lang="en-GB" sz="1100" b="1" i="0" u="none" strike="noStrike" noProof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1C2E4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Defaulted</a:t>
                      </a:r>
                      <a:endParaRPr lang="en-GB" sz="1100" b="1" i="0" u="none" strike="noStrike" noProof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1C2E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695603"/>
                  </a:ext>
                </a:extLst>
              </a:tr>
              <a:tr h="25554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0" i="0" u="none" strike="noStrike">
                          <a:solidFill>
                            <a:srgbClr val="193045"/>
                          </a:solidFill>
                          <a:effectLst/>
                          <a:latin typeface="Source Sans Pro" panose="020B0503030403020204" pitchFamily="34" charset="0"/>
                        </a:rPr>
                        <a:t>US92346MGT27</a:t>
                      </a:r>
                    </a:p>
                  </a:txBody>
                  <a:tcPr marL="7620" marR="7620" marT="7620" anchor="ctr"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193045"/>
                          </a:solidFill>
                          <a:effectLst/>
                          <a:latin typeface="Source Sans Pro" panose="020B0503030403020204" pitchFamily="34" charset="0"/>
                        </a:rPr>
                        <a:t>500M</a:t>
                      </a:r>
                    </a:p>
                  </a:txBody>
                  <a:tcPr marL="7620" marR="7620" marT="7620" marB="0" anchor="ctr"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200" b="0" i="0" u="none" strike="noStrike" noProof="0">
                          <a:solidFill>
                            <a:srgbClr val="193045"/>
                          </a:solidFill>
                          <a:effectLst/>
                          <a:latin typeface="Source Sans Pro" panose="020B0503030403020204" pitchFamily="34" charset="0"/>
                        </a:rPr>
                        <a:t>15/12/2030</a:t>
                      </a:r>
                    </a:p>
                  </a:txBody>
                  <a:tcPr marL="7620" marR="7620" marT="7620" marB="0" anchor="ctr"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193045"/>
                          </a:solidFill>
                          <a:effectLst/>
                          <a:latin typeface="Source Sans Pro" panose="020B0503030403020204" pitchFamily="34" charset="0"/>
                        </a:rPr>
                        <a:t>Senior</a:t>
                      </a:r>
                    </a:p>
                  </a:txBody>
                  <a:tcPr marL="7620" marR="7620" marT="7620" marB="0" anchor="ctr"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193045"/>
                          </a:solidFill>
                          <a:effectLst/>
                          <a:latin typeface="Source Sans Pro" panose="020B0503030403020204" pitchFamily="34" charset="0"/>
                        </a:rPr>
                        <a:t>Unsecured</a:t>
                      </a:r>
                    </a:p>
                  </a:txBody>
                  <a:tcPr marL="7620" marR="7620" marT="7620" marB="0" anchor="ctr"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193045"/>
                          </a:solidFill>
                          <a:effectLst/>
                          <a:latin typeface="Source Sans Pro" panose="020B0503030403020204" pitchFamily="34" charset="0"/>
                        </a:rPr>
                        <a:t>No</a:t>
                      </a:r>
                    </a:p>
                  </a:txBody>
                  <a:tcPr marL="7620" marR="7620" marT="7620" marB="0" anchor="ctr"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44979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BB5F6-0261-0649-14E8-C3F424E9C85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812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46A73-F087-9212-E68E-EA46BE81B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2AE9C756-737C-F78B-651F-57590DE791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67868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15" imgH="416" progId="TCLayout.ActiveDocument.1">
                  <p:embed/>
                </p:oleObj>
              </mc:Choice>
              <mc:Fallback>
                <p:oleObj name="think-cell Slide" r:id="rId5" imgW="415" imgH="41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E9C756-737C-F78B-651F-57590DE791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2120072-A97C-BA4A-D540-4C03D0726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/>
              <a:t>Liquidity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FAB8F-9AA3-A55F-8363-ABBED6BCB4B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Verizon's liquidity remains sector-adequate, with a notable recovery in 2025 supporting near-term debt service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11A37-BEE1-F178-72C7-74B36E7986B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58D3BBC2-B9FF-4FD3-AF7D-0964AB4C6F76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65D3A9-D42F-2206-C504-73A97A9C362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GB"/>
              <a:t>* adjusted to the frontier acquisition-related debt-issuance cash</a:t>
            </a:r>
          </a:p>
          <a:p>
            <a:endParaRPr lang="en-GB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58E7A3BD-35C2-D21C-33E3-1628BEB544E1}"/>
              </a:ext>
            </a:extLst>
          </p:cNvPr>
          <p:cNvSpPr txBox="1">
            <a:spLocks/>
          </p:cNvSpPr>
          <p:nvPr/>
        </p:nvSpPr>
        <p:spPr>
          <a:xfrm>
            <a:off x="478800" y="1454263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Evolution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A492558-A2DC-40FB-7E66-DDB9CE84A092}"/>
              </a:ext>
            </a:extLst>
          </p:cNvPr>
          <p:cNvSpPr txBox="1">
            <a:spLocks/>
          </p:cNvSpPr>
          <p:nvPr/>
        </p:nvSpPr>
        <p:spPr>
          <a:xfrm>
            <a:off x="6455218" y="1454400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PMC Scoring Model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D48C1D3-F05B-B5FE-F055-37ABFC8E7910}"/>
              </a:ext>
            </a:extLst>
          </p:cNvPr>
          <p:cNvSpPr txBox="1">
            <a:spLocks/>
          </p:cNvSpPr>
          <p:nvPr/>
        </p:nvSpPr>
        <p:spPr>
          <a:xfrm>
            <a:off x="479425" y="1951037"/>
            <a:ext cx="5255375" cy="4214813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CCD0E084-6A1B-7ADC-D5B3-4ECD5A7AE1DA}"/>
              </a:ext>
            </a:extLst>
          </p:cNvPr>
          <p:cNvSpPr txBox="1">
            <a:spLocks/>
          </p:cNvSpPr>
          <p:nvPr/>
        </p:nvSpPr>
        <p:spPr>
          <a:xfrm>
            <a:off x="6455218" y="5082570"/>
            <a:ext cx="5256733" cy="1083279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300" b="1">
                <a:latin typeface="Source Sans Pro"/>
                <a:ea typeface="Source Sans Pro"/>
              </a:rPr>
              <a:t>The score of Verizon </a:t>
            </a:r>
            <a:r>
              <a:rPr lang="en-US" sz="1300">
                <a:latin typeface="Source Sans Pro"/>
                <a:ea typeface="Source Sans Pro"/>
              </a:rPr>
              <a:t>on the liquidity analysis </a:t>
            </a:r>
            <a:r>
              <a:rPr lang="en-US" sz="1300" b="1">
                <a:latin typeface="Source Sans Pro"/>
                <a:ea typeface="Source Sans Pro"/>
              </a:rPr>
              <a:t>is above the median </a:t>
            </a:r>
            <a:r>
              <a:rPr lang="en-US" sz="1300">
                <a:latin typeface="Source Sans Pro"/>
                <a:ea typeface="Source Sans Pro"/>
              </a:rPr>
              <a:t>of the telecom peer group.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300">
                <a:latin typeface="Source Sans Pro"/>
                <a:ea typeface="Source Sans Pro"/>
              </a:rPr>
              <a:t>Overall, the scoring model confirms that </a:t>
            </a:r>
            <a:r>
              <a:rPr lang="en-US" sz="1300" b="1">
                <a:latin typeface="Source Sans Pro"/>
                <a:ea typeface="Source Sans Pro"/>
              </a:rPr>
              <a:t>Verizon's liquidity position is adequate</a:t>
            </a:r>
            <a:r>
              <a:rPr lang="en-US" sz="1300">
                <a:latin typeface="Source Sans Pro"/>
                <a:ea typeface="Source Sans Pro"/>
              </a:rPr>
              <a:t> in the capital-intensive nature of the telecom industry.</a:t>
            </a:r>
            <a:endParaRPr lang="en-GB" sz="1300">
              <a:latin typeface="Source Sans Pro"/>
              <a:ea typeface="Source Sans Pro"/>
            </a:endParaRPr>
          </a:p>
        </p:txBody>
      </p:sp>
      <p:sp>
        <p:nvSpPr>
          <p:cNvPr id="15" name="Content Placeholder 15">
            <a:extLst>
              <a:ext uri="{FF2B5EF4-FFF2-40B4-BE49-F238E27FC236}">
                <a16:creationId xmlns:a16="http://schemas.microsoft.com/office/drawing/2014/main" id="{0A39515A-39EE-8AC5-E1AD-FE618F3A67D5}"/>
              </a:ext>
            </a:extLst>
          </p:cNvPr>
          <p:cNvSpPr txBox="1">
            <a:spLocks/>
          </p:cNvSpPr>
          <p:nvPr/>
        </p:nvSpPr>
        <p:spPr>
          <a:xfrm>
            <a:off x="478067" y="3723701"/>
            <a:ext cx="5256733" cy="2442149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300">
                <a:latin typeface="Source Sans Pro"/>
                <a:ea typeface="Source Sans Pro"/>
              </a:rPr>
              <a:t>The </a:t>
            </a:r>
            <a:r>
              <a:rPr lang="en-US" sz="1300" b="1">
                <a:latin typeface="Source Sans Pro"/>
                <a:ea typeface="Source Sans Pro"/>
              </a:rPr>
              <a:t>evolution</a:t>
            </a:r>
            <a:r>
              <a:rPr lang="en-US" sz="1300">
                <a:latin typeface="Source Sans Pro"/>
                <a:ea typeface="Source Sans Pro"/>
              </a:rPr>
              <a:t> of the liquidity metrics presents a mixed picture, with ratios declining from 2021 to 2024, but a </a:t>
            </a:r>
            <a:r>
              <a:rPr lang="en-US" sz="1300" b="1">
                <a:latin typeface="Source Sans Pro"/>
                <a:ea typeface="Source Sans Pro"/>
              </a:rPr>
              <a:t>notable recovery in 2025.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300">
                <a:latin typeface="Source Sans Pro"/>
                <a:ea typeface="Source Sans Pro"/>
              </a:rPr>
              <a:t>Despite remaining below 1.0, </a:t>
            </a:r>
            <a:r>
              <a:rPr lang="en-US" sz="1300" b="1">
                <a:latin typeface="Source Sans Pro"/>
                <a:ea typeface="Source Sans Pro"/>
              </a:rPr>
              <a:t>Verizon's ratios are typical for the telecom sector</a:t>
            </a:r>
            <a:r>
              <a:rPr lang="en-US" sz="1300">
                <a:latin typeface="Source Sans Pro"/>
                <a:ea typeface="Source Sans Pro"/>
              </a:rPr>
              <a:t>, where stable recurring revenues reduce the need for high liquid buffers.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300">
                <a:latin typeface="Source Sans Pro"/>
                <a:ea typeface="Source Sans Pro"/>
              </a:rPr>
              <a:t>In conclusion, Verizon </a:t>
            </a:r>
            <a:r>
              <a:rPr lang="en-US" sz="1300" b="1">
                <a:latin typeface="Source Sans Pro"/>
                <a:ea typeface="Source Sans Pro"/>
              </a:rPr>
              <a:t>should be able to meet its short-term obligations</a:t>
            </a:r>
            <a:r>
              <a:rPr lang="en-US" sz="1300">
                <a:latin typeface="Source Sans Pro"/>
                <a:ea typeface="Source Sans Pro"/>
              </a:rPr>
              <a:t>, supported by its strong and predictable free cash flow generation.</a:t>
            </a:r>
          </a:p>
        </p:txBody>
      </p:sp>
      <p:graphicFrame>
        <p:nvGraphicFramePr>
          <p:cNvPr id="16" name="Content Placeholder 12">
            <a:extLst>
              <a:ext uri="{FF2B5EF4-FFF2-40B4-BE49-F238E27FC236}">
                <a16:creationId xmlns:a16="http://schemas.microsoft.com/office/drawing/2014/main" id="{A3808B68-6941-0B30-A444-A2A460EF5D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4453234"/>
              </p:ext>
            </p:extLst>
          </p:nvPr>
        </p:nvGraphicFramePr>
        <p:xfrm>
          <a:off x="477559" y="1914401"/>
          <a:ext cx="5257241" cy="155173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44531">
                  <a:extLst>
                    <a:ext uri="{9D8B030D-6E8A-4147-A177-3AD203B41FA5}">
                      <a16:colId xmlns:a16="http://schemas.microsoft.com/office/drawing/2014/main" val="2762860748"/>
                    </a:ext>
                  </a:extLst>
                </a:gridCol>
                <a:gridCol w="702542">
                  <a:extLst>
                    <a:ext uri="{9D8B030D-6E8A-4147-A177-3AD203B41FA5}">
                      <a16:colId xmlns:a16="http://schemas.microsoft.com/office/drawing/2014/main" val="2738840686"/>
                    </a:ext>
                  </a:extLst>
                </a:gridCol>
                <a:gridCol w="702542">
                  <a:extLst>
                    <a:ext uri="{9D8B030D-6E8A-4147-A177-3AD203B41FA5}">
                      <a16:colId xmlns:a16="http://schemas.microsoft.com/office/drawing/2014/main" val="3662370473"/>
                    </a:ext>
                  </a:extLst>
                </a:gridCol>
                <a:gridCol w="702542">
                  <a:extLst>
                    <a:ext uri="{9D8B030D-6E8A-4147-A177-3AD203B41FA5}">
                      <a16:colId xmlns:a16="http://schemas.microsoft.com/office/drawing/2014/main" val="2549638762"/>
                    </a:ext>
                  </a:extLst>
                </a:gridCol>
                <a:gridCol w="702542">
                  <a:extLst>
                    <a:ext uri="{9D8B030D-6E8A-4147-A177-3AD203B41FA5}">
                      <a16:colId xmlns:a16="http://schemas.microsoft.com/office/drawing/2014/main" val="3771008717"/>
                    </a:ext>
                  </a:extLst>
                </a:gridCol>
                <a:gridCol w="702542">
                  <a:extLst>
                    <a:ext uri="{9D8B030D-6E8A-4147-A177-3AD203B41FA5}">
                      <a16:colId xmlns:a16="http://schemas.microsoft.com/office/drawing/2014/main" val="2140472284"/>
                    </a:ext>
                  </a:extLst>
                </a:gridCol>
              </a:tblGrid>
              <a:tr h="367570">
                <a:tc>
                  <a:txBody>
                    <a:bodyPr/>
                    <a:lstStyle/>
                    <a:p>
                      <a:pPr algn="l"/>
                      <a:r>
                        <a:rPr lang="en-GB" sz="1400" noProof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</a:rPr>
                        <a:t>Metric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 panose="020B0503030403020204" pitchFamily="34" charset="0"/>
                        </a:rPr>
                        <a:t>2021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 panose="020B0503030403020204" pitchFamily="34" charset="0"/>
                        </a:rPr>
                        <a:t>2022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 panose="020B0503030403020204" pitchFamily="34" charset="0"/>
                        </a:rPr>
                        <a:t>2023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 panose="020B0503030403020204" pitchFamily="34" charset="0"/>
                        </a:rPr>
                        <a:t>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 panose="020B0503030403020204" pitchFamily="34" charset="0"/>
                        </a:rPr>
                        <a:t>2025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17807"/>
                  </a:ext>
                </a:extLst>
              </a:tr>
              <a:tr h="449023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 panose="020B0503030403020204" pitchFamily="34" charset="0"/>
                        </a:rPr>
                        <a:t>  Current Ratio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0.78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0.75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0.69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0.63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0.73</a:t>
                      </a:r>
                      <a:r>
                        <a:rPr lang="en-GB" sz="1400" b="1" i="0" u="none" strike="noStrike" kern="1200" baseline="300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*</a:t>
                      </a:r>
                      <a:endParaRPr lang="en-GB" sz="1400" b="1" i="0" u="none" strike="noStrike" noProof="0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8627937"/>
                  </a:ext>
                </a:extLst>
              </a:tr>
              <a:tr h="367570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 panose="020B0503030403020204" pitchFamily="34" charset="0"/>
                        </a:rPr>
                        <a:t>  Quick Ratio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0.57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0.54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0.51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0.47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0.56</a:t>
                      </a:r>
                      <a:r>
                        <a:rPr lang="en-GB" sz="1400" b="1" i="0" u="none" strike="noStrike" kern="1200" baseline="300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*</a:t>
                      </a:r>
                      <a:endParaRPr lang="en-GB" sz="1400" b="1" i="0" u="none" strike="noStrike" noProof="0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5784782"/>
                  </a:ext>
                </a:extLst>
              </a:tr>
              <a:tr h="367570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 panose="020B0503030403020204" pitchFamily="34" charset="0"/>
                        </a:rPr>
                        <a:t>  Cash Ratio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0.12</a:t>
                      </a:r>
                      <a:r>
                        <a:rPr lang="en-GB" sz="1400" b="1" i="0" u="none" strike="noStrike" kern="1200" baseline="300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*</a:t>
                      </a:r>
                      <a:endParaRPr lang="en-GB" sz="1400" b="1" i="0" u="none" strike="noStrike" noProof="0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9219332"/>
                  </a:ext>
                </a:extLst>
              </a:tr>
            </a:tbl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0000000-0008-0000-0800-000099000000}"/>
              </a:ext>
              <a:ext uri="{147F2762-F138-4A5C-976F-8EAC2B608ADB}">
                <a16:predDERef xmlns:a16="http://schemas.microsoft.com/office/drawing/2014/main" pred="{00000000-0008-0000-0900-0000AD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6637613"/>
              </p:ext>
            </p:extLst>
          </p:nvPr>
        </p:nvGraphicFramePr>
        <p:xfrm>
          <a:off x="6464861" y="1946246"/>
          <a:ext cx="5257240" cy="2965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EDFA0-2777-2F7E-5908-60B3DE2AD57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91766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9B86F-9804-2D91-9ED4-C272C80A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0F918A6D-F811-9AFB-3C53-CEEA049D256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29302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918A6D-F811-9AFB-3C53-CEEA049D25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5DA49C3-AB33-C5B7-7B0E-EF2A1351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/>
              <a:t>Coverage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4807C-EC6C-1162-9F70-8AD0AC8344F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Verizon's coverage metrics remain stable and consistent, supported by steady cash flow generation despite high leverage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16B94-1CB4-2D82-8B0C-9E1118D9DFA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ADF7FC93-D786-4F0C-A7F5-AD5FBE532C23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B61F6-AF24-2591-E99B-5C2A792A5F5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5104FEE-D971-E071-E815-4E201E07ECD8}"/>
              </a:ext>
            </a:extLst>
          </p:cNvPr>
          <p:cNvSpPr txBox="1">
            <a:spLocks/>
          </p:cNvSpPr>
          <p:nvPr/>
        </p:nvSpPr>
        <p:spPr>
          <a:xfrm>
            <a:off x="478800" y="1454263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Evolution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D02B8C7-197E-6992-D5F9-87F9F0C964B2}"/>
              </a:ext>
            </a:extLst>
          </p:cNvPr>
          <p:cNvSpPr txBox="1">
            <a:spLocks/>
          </p:cNvSpPr>
          <p:nvPr/>
        </p:nvSpPr>
        <p:spPr>
          <a:xfrm>
            <a:off x="6455218" y="1454400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PMC Scoring Model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A6A6CA7-DE72-57ED-04A3-F3850F019FB2}"/>
              </a:ext>
            </a:extLst>
          </p:cNvPr>
          <p:cNvSpPr txBox="1">
            <a:spLocks/>
          </p:cNvSpPr>
          <p:nvPr/>
        </p:nvSpPr>
        <p:spPr>
          <a:xfrm>
            <a:off x="479425" y="1951037"/>
            <a:ext cx="5255375" cy="4214813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B2066B21-DAE5-332A-49E7-A54508812DEF}"/>
              </a:ext>
            </a:extLst>
          </p:cNvPr>
          <p:cNvSpPr txBox="1">
            <a:spLocks/>
          </p:cNvSpPr>
          <p:nvPr/>
        </p:nvSpPr>
        <p:spPr>
          <a:xfrm>
            <a:off x="6455218" y="5155968"/>
            <a:ext cx="5256733" cy="1009881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300">
                <a:latin typeface="Source Sans Pro"/>
                <a:ea typeface="Source Sans Pro"/>
              </a:rPr>
              <a:t>The score of Verizon on the coverage analysis places it </a:t>
            </a:r>
            <a:r>
              <a:rPr lang="en-US" sz="1300" b="1">
                <a:latin typeface="Source Sans Pro"/>
                <a:ea typeface="Source Sans Pro"/>
              </a:rPr>
              <a:t>around the median</a:t>
            </a:r>
            <a:r>
              <a:rPr lang="en-US" sz="1300">
                <a:latin typeface="Source Sans Pro"/>
                <a:ea typeface="Source Sans Pro"/>
              </a:rPr>
              <a:t> of the peer group</a:t>
            </a:r>
            <a:r>
              <a:rPr lang="en-US" sz="1300" b="1">
                <a:latin typeface="Source Sans Pro"/>
                <a:ea typeface="Source Sans Pro"/>
              </a:rPr>
              <a:t>, in line with the broader telecom sector.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300" b="1">
                <a:latin typeface="Source Sans Pro"/>
                <a:ea typeface="Source Sans Pro"/>
              </a:rPr>
              <a:t>Verizon's coverage profile is consistent</a:t>
            </a:r>
            <a:r>
              <a:rPr lang="en-US" sz="1300">
                <a:latin typeface="Source Sans Pro"/>
                <a:ea typeface="Source Sans Pro"/>
              </a:rPr>
              <a:t> with investment-grade issuers and does not present material concerns for bondholders.</a:t>
            </a:r>
          </a:p>
        </p:txBody>
      </p:sp>
      <p:sp>
        <p:nvSpPr>
          <p:cNvPr id="15" name="Content Placeholder 15">
            <a:extLst>
              <a:ext uri="{FF2B5EF4-FFF2-40B4-BE49-F238E27FC236}">
                <a16:creationId xmlns:a16="http://schemas.microsoft.com/office/drawing/2014/main" id="{02FA5BB2-3755-C54C-E50C-791778D96322}"/>
              </a:ext>
            </a:extLst>
          </p:cNvPr>
          <p:cNvSpPr txBox="1">
            <a:spLocks/>
          </p:cNvSpPr>
          <p:nvPr/>
        </p:nvSpPr>
        <p:spPr>
          <a:xfrm>
            <a:off x="478067" y="3723701"/>
            <a:ext cx="5256733" cy="2442149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300">
                <a:latin typeface="Source Sans Pro"/>
                <a:ea typeface="Source Sans Pro"/>
              </a:rPr>
              <a:t>The Interest Coverage Ratio has declined from 9.44x in 2021 to 4.60x in 2025, reflecting Verizon's </a:t>
            </a:r>
            <a:r>
              <a:rPr lang="en-US" sz="1300" b="1">
                <a:latin typeface="Source Sans Pro"/>
                <a:ea typeface="Source Sans Pro"/>
              </a:rPr>
              <a:t>significant debt load from 5G spectrum acquisitions.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300">
                <a:latin typeface="Source Sans Pro"/>
                <a:ea typeface="Source Sans Pro"/>
              </a:rPr>
              <a:t>The </a:t>
            </a:r>
            <a:r>
              <a:rPr lang="en-US" sz="1300" b="1">
                <a:latin typeface="Source Sans Pro"/>
                <a:ea typeface="Source Sans Pro"/>
              </a:rPr>
              <a:t>CFO/Debt ratio</a:t>
            </a:r>
            <a:r>
              <a:rPr lang="en-US" sz="1300">
                <a:latin typeface="Source Sans Pro"/>
                <a:ea typeface="Source Sans Pro"/>
              </a:rPr>
              <a:t> has been broadly stable at ~0.24–0.25x &amp; the </a:t>
            </a:r>
            <a:r>
              <a:rPr lang="en-US" sz="1300" b="1">
                <a:latin typeface="Source Sans Pro"/>
                <a:ea typeface="Source Sans Pro"/>
              </a:rPr>
              <a:t>Asset Coverage Ratio</a:t>
            </a:r>
            <a:r>
              <a:rPr lang="en-US" sz="1300">
                <a:latin typeface="Source Sans Pro"/>
                <a:ea typeface="Source Sans Pro"/>
              </a:rPr>
              <a:t> has shown steady improvement from </a:t>
            </a:r>
            <a:r>
              <a:rPr lang="en-US" sz="1300" b="1">
                <a:latin typeface="Source Sans Pro"/>
                <a:ea typeface="Source Sans Pro"/>
              </a:rPr>
              <a:t>0.80 to 0.96 in 2025.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300">
                <a:latin typeface="Source Sans Pro"/>
                <a:ea typeface="Source Sans Pro"/>
              </a:rPr>
              <a:t>In conclusion, Verizon demonstrates </a:t>
            </a:r>
            <a:r>
              <a:rPr lang="en-US" sz="1300" b="1">
                <a:latin typeface="Source Sans Pro"/>
                <a:ea typeface="Source Sans Pro"/>
              </a:rPr>
              <a:t>adequate coverage capacity</a:t>
            </a:r>
            <a:r>
              <a:rPr lang="en-US" sz="1300">
                <a:latin typeface="Source Sans Pro"/>
                <a:ea typeface="Source Sans Pro"/>
              </a:rPr>
              <a:t>, with stable cash flows supporting continued debt service.</a:t>
            </a:r>
            <a:endParaRPr lang="en-GB" sz="1300">
              <a:latin typeface="Source Sans Pro"/>
              <a:ea typeface="Source Sans Pro"/>
            </a:endParaRPr>
          </a:p>
        </p:txBody>
      </p:sp>
      <p:graphicFrame>
        <p:nvGraphicFramePr>
          <p:cNvPr id="16" name="Content Placeholder 12">
            <a:extLst>
              <a:ext uri="{FF2B5EF4-FFF2-40B4-BE49-F238E27FC236}">
                <a16:creationId xmlns:a16="http://schemas.microsoft.com/office/drawing/2014/main" id="{0204897A-4CB5-5DC2-170B-1ABFF84F3B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8599140"/>
              </p:ext>
            </p:extLst>
          </p:nvPr>
        </p:nvGraphicFramePr>
        <p:xfrm>
          <a:off x="477559" y="1914401"/>
          <a:ext cx="5257241" cy="155173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44531">
                  <a:extLst>
                    <a:ext uri="{9D8B030D-6E8A-4147-A177-3AD203B41FA5}">
                      <a16:colId xmlns:a16="http://schemas.microsoft.com/office/drawing/2014/main" val="2762860748"/>
                    </a:ext>
                  </a:extLst>
                </a:gridCol>
                <a:gridCol w="702542">
                  <a:extLst>
                    <a:ext uri="{9D8B030D-6E8A-4147-A177-3AD203B41FA5}">
                      <a16:colId xmlns:a16="http://schemas.microsoft.com/office/drawing/2014/main" val="2738840686"/>
                    </a:ext>
                  </a:extLst>
                </a:gridCol>
                <a:gridCol w="702542">
                  <a:extLst>
                    <a:ext uri="{9D8B030D-6E8A-4147-A177-3AD203B41FA5}">
                      <a16:colId xmlns:a16="http://schemas.microsoft.com/office/drawing/2014/main" val="3662370473"/>
                    </a:ext>
                  </a:extLst>
                </a:gridCol>
                <a:gridCol w="702542">
                  <a:extLst>
                    <a:ext uri="{9D8B030D-6E8A-4147-A177-3AD203B41FA5}">
                      <a16:colId xmlns:a16="http://schemas.microsoft.com/office/drawing/2014/main" val="2549638762"/>
                    </a:ext>
                  </a:extLst>
                </a:gridCol>
                <a:gridCol w="702542">
                  <a:extLst>
                    <a:ext uri="{9D8B030D-6E8A-4147-A177-3AD203B41FA5}">
                      <a16:colId xmlns:a16="http://schemas.microsoft.com/office/drawing/2014/main" val="3771008717"/>
                    </a:ext>
                  </a:extLst>
                </a:gridCol>
                <a:gridCol w="702542">
                  <a:extLst>
                    <a:ext uri="{9D8B030D-6E8A-4147-A177-3AD203B41FA5}">
                      <a16:colId xmlns:a16="http://schemas.microsoft.com/office/drawing/2014/main" val="2140472284"/>
                    </a:ext>
                  </a:extLst>
                </a:gridCol>
              </a:tblGrid>
              <a:tr h="367570">
                <a:tc>
                  <a:txBody>
                    <a:bodyPr/>
                    <a:lstStyle/>
                    <a:p>
                      <a:pPr algn="l"/>
                      <a:r>
                        <a:rPr lang="en-GB" sz="1400" noProof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</a:rPr>
                        <a:t>Metric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 panose="020B0503030403020204" pitchFamily="34" charset="0"/>
                        </a:rPr>
                        <a:t>2021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 panose="020B0503030403020204" pitchFamily="34" charset="0"/>
                        </a:rPr>
                        <a:t>2022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 panose="020B0503030403020204" pitchFamily="34" charset="0"/>
                        </a:rPr>
                        <a:t>2023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 panose="020B0503030403020204" pitchFamily="34" charset="0"/>
                        </a:rPr>
                        <a:t>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 panose="020B0503030403020204" pitchFamily="34" charset="0"/>
                        </a:rPr>
                        <a:t>2025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17807"/>
                  </a:ext>
                </a:extLst>
              </a:tr>
              <a:tr h="449023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 panose="020B0503030403020204" pitchFamily="34" charset="0"/>
                        </a:rPr>
                        <a:t>Interest Cov. Ratio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9.44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8.79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4.42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4.54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4.60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8627937"/>
                  </a:ext>
                </a:extLst>
              </a:tr>
              <a:tr h="367570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 panose="020B0503030403020204" pitchFamily="34" charset="0"/>
                        </a:rPr>
                        <a:t>CFO/Debt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0.25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0.25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5784782"/>
                  </a:ext>
                </a:extLst>
              </a:tr>
              <a:tr h="367570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 panose="020B0503030403020204" pitchFamily="34" charset="0"/>
                        </a:rPr>
                        <a:t>  Asset Cov. Ratio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0.87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0.88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0.93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0.96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9219332"/>
                  </a:ext>
                </a:extLst>
              </a:tr>
            </a:tbl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0000000-0008-0000-0800-00009A000000}"/>
              </a:ext>
              <a:ext uri="{147F2762-F138-4A5C-976F-8EAC2B608ADB}">
                <a16:predDERef xmlns:a16="http://schemas.microsoft.com/office/drawing/2014/main" pred="{00000000-0008-0000-0900-000099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2387260"/>
              </p:ext>
            </p:extLst>
          </p:nvPr>
        </p:nvGraphicFramePr>
        <p:xfrm>
          <a:off x="6453352" y="1946246"/>
          <a:ext cx="5255375" cy="3038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6E1BB-A5D0-A0B7-28CD-038D556348B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66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EA3C0-E266-DD44-0F5C-2FB1D12A4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4D3E8F95-300F-EDC3-C630-17A16F87868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67216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D3E8F95-300F-EDC3-C630-17A16F8786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47843CD-6B3A-CE1B-3D77-C8679093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/>
              <a:t>Profitability &amp; Turnover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DE716-842B-52F0-928C-C212CCBD235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426" y="1075435"/>
            <a:ext cx="11230436" cy="252779"/>
          </a:xfrm>
        </p:spPr>
        <p:txBody>
          <a:bodyPr/>
          <a:lstStyle/>
          <a:p>
            <a:r>
              <a:rPr lang="en-US"/>
              <a:t>Verizon maintains solid margins with stable operational efficiency, though returns have compressed due to 5G investment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1BBF0-A476-0DBF-B2D1-4207146A318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9545550B-1416-45C5-A74C-99DEE22B052C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8BF6AC-2B76-9AD8-A84F-50B20EF077E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GB"/>
              <a:t>1- In percentage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35E6A2F-AEA1-749E-C20D-46F63F7E700A}"/>
              </a:ext>
            </a:extLst>
          </p:cNvPr>
          <p:cNvSpPr txBox="1">
            <a:spLocks/>
          </p:cNvSpPr>
          <p:nvPr/>
        </p:nvSpPr>
        <p:spPr>
          <a:xfrm>
            <a:off x="478800" y="1454263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Evolution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EB0F966-C1B2-D2DD-7C74-2F3F7849CEFF}"/>
              </a:ext>
            </a:extLst>
          </p:cNvPr>
          <p:cNvSpPr txBox="1">
            <a:spLocks/>
          </p:cNvSpPr>
          <p:nvPr/>
        </p:nvSpPr>
        <p:spPr>
          <a:xfrm>
            <a:off x="6455218" y="1454400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PMC Scoring Model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D74FA7-84C6-E4F7-FF04-D2E4114C5EC6}"/>
              </a:ext>
            </a:extLst>
          </p:cNvPr>
          <p:cNvSpPr txBox="1">
            <a:spLocks/>
          </p:cNvSpPr>
          <p:nvPr/>
        </p:nvSpPr>
        <p:spPr>
          <a:xfrm>
            <a:off x="479425" y="1951037"/>
            <a:ext cx="5255375" cy="4214813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A93FD88F-7F03-32EA-953F-8DEE056B4DAC}"/>
              </a:ext>
            </a:extLst>
          </p:cNvPr>
          <p:cNvSpPr txBox="1">
            <a:spLocks/>
          </p:cNvSpPr>
          <p:nvPr/>
        </p:nvSpPr>
        <p:spPr>
          <a:xfrm>
            <a:off x="6455218" y="5154762"/>
            <a:ext cx="5256733" cy="1011087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300">
                <a:latin typeface="Source Sans Pro"/>
                <a:ea typeface="Source Sans Pro"/>
              </a:rPr>
              <a:t>The analysis places Verizon </a:t>
            </a:r>
            <a:r>
              <a:rPr lang="en-US" sz="1300" b="1">
                <a:latin typeface="Source Sans Pro"/>
                <a:ea typeface="Source Sans Pro"/>
              </a:rPr>
              <a:t>just above the mean </a:t>
            </a:r>
            <a:r>
              <a:rPr lang="en-US" sz="1300">
                <a:latin typeface="Source Sans Pro"/>
                <a:ea typeface="Source Sans Pro"/>
              </a:rPr>
              <a:t>of the peer group, broadly in line with AT&amp;T.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300">
                <a:latin typeface="Source Sans Pro"/>
                <a:ea typeface="Source Sans Pro"/>
              </a:rPr>
              <a:t>Overall, profitability metrics are </a:t>
            </a:r>
            <a:r>
              <a:rPr lang="en-US" sz="1300" b="1">
                <a:latin typeface="Source Sans Pro"/>
                <a:ea typeface="Source Sans Pro"/>
              </a:rPr>
              <a:t>consistent with an investment-grade </a:t>
            </a:r>
            <a:r>
              <a:rPr lang="en-US" sz="1300">
                <a:latin typeface="Source Sans Pro"/>
                <a:ea typeface="Source Sans Pro"/>
              </a:rPr>
              <a:t>telecom issuer navigating a </a:t>
            </a:r>
            <a:r>
              <a:rPr lang="en-US" sz="1300" b="1">
                <a:latin typeface="Source Sans Pro"/>
                <a:ea typeface="Source Sans Pro"/>
              </a:rPr>
              <a:t>major capex cycle.</a:t>
            </a:r>
            <a:endParaRPr lang="en-GB" sz="1300" b="1">
              <a:latin typeface="Source Sans Pro"/>
              <a:ea typeface="Source Sans Pro"/>
            </a:endParaRPr>
          </a:p>
        </p:txBody>
      </p:sp>
      <p:sp>
        <p:nvSpPr>
          <p:cNvPr id="15" name="Content Placeholder 15">
            <a:extLst>
              <a:ext uri="{FF2B5EF4-FFF2-40B4-BE49-F238E27FC236}">
                <a16:creationId xmlns:a16="http://schemas.microsoft.com/office/drawing/2014/main" id="{BCB71128-6748-1E31-FDCE-247D1BA230D6}"/>
              </a:ext>
            </a:extLst>
          </p:cNvPr>
          <p:cNvSpPr txBox="1">
            <a:spLocks/>
          </p:cNvSpPr>
          <p:nvPr/>
        </p:nvSpPr>
        <p:spPr>
          <a:xfrm>
            <a:off x="478067" y="4418846"/>
            <a:ext cx="5256733" cy="1747004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300" b="1">
                <a:latin typeface="Source Sans Pro"/>
                <a:ea typeface="Source Sans Pro"/>
              </a:rPr>
              <a:t>Gross Profit Margin</a:t>
            </a:r>
            <a:r>
              <a:rPr lang="en-US" sz="1300">
                <a:latin typeface="Source Sans Pro"/>
                <a:ea typeface="Source Sans Pro"/>
              </a:rPr>
              <a:t> remains stable at ~59%, reflecting strong pricing power.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300" b="1">
                <a:latin typeface="Source Sans Pro"/>
                <a:ea typeface="Source Sans Pro"/>
              </a:rPr>
              <a:t>Margin compression in 2023 </a:t>
            </a:r>
            <a:r>
              <a:rPr lang="en-US" sz="1300">
                <a:latin typeface="Source Sans Pro"/>
                <a:ea typeface="Source Sans Pro"/>
              </a:rPr>
              <a:t>was driven by higher D&amp;A from 5G network assets entering service, with partial recovery since.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300" b="1">
                <a:latin typeface="Source Sans Pro"/>
                <a:ea typeface="Source Sans Pro"/>
              </a:rPr>
              <a:t>ROE and ROA </a:t>
            </a:r>
            <a:r>
              <a:rPr lang="en-US" sz="1300">
                <a:latin typeface="Source Sans Pro"/>
                <a:ea typeface="Source Sans Pro"/>
              </a:rPr>
              <a:t>have declined but remain at healthy levels for the sector.</a:t>
            </a:r>
            <a:endParaRPr lang="en-GB" sz="1300">
              <a:latin typeface="Source Sans Pro"/>
              <a:ea typeface="Source Sans Pro"/>
            </a:endParaRPr>
          </a:p>
        </p:txBody>
      </p:sp>
      <p:graphicFrame>
        <p:nvGraphicFramePr>
          <p:cNvPr id="10" name="Content Placeholder 12">
            <a:extLst>
              <a:ext uri="{FF2B5EF4-FFF2-40B4-BE49-F238E27FC236}">
                <a16:creationId xmlns:a16="http://schemas.microsoft.com/office/drawing/2014/main" id="{32F7275F-E8EB-9DBC-A509-5EF5B28D24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7614652"/>
              </p:ext>
            </p:extLst>
          </p:nvPr>
        </p:nvGraphicFramePr>
        <p:xfrm>
          <a:off x="467727" y="1914405"/>
          <a:ext cx="5265206" cy="233362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02596">
                  <a:extLst>
                    <a:ext uri="{9D8B030D-6E8A-4147-A177-3AD203B41FA5}">
                      <a16:colId xmlns:a16="http://schemas.microsoft.com/office/drawing/2014/main" val="2762860748"/>
                    </a:ext>
                  </a:extLst>
                </a:gridCol>
                <a:gridCol w="638394">
                  <a:extLst>
                    <a:ext uri="{9D8B030D-6E8A-4147-A177-3AD203B41FA5}">
                      <a16:colId xmlns:a16="http://schemas.microsoft.com/office/drawing/2014/main" val="2738840686"/>
                    </a:ext>
                  </a:extLst>
                </a:gridCol>
                <a:gridCol w="731054">
                  <a:extLst>
                    <a:ext uri="{9D8B030D-6E8A-4147-A177-3AD203B41FA5}">
                      <a16:colId xmlns:a16="http://schemas.microsoft.com/office/drawing/2014/main" val="3662370473"/>
                    </a:ext>
                  </a:extLst>
                </a:gridCol>
                <a:gridCol w="731054">
                  <a:extLst>
                    <a:ext uri="{9D8B030D-6E8A-4147-A177-3AD203B41FA5}">
                      <a16:colId xmlns:a16="http://schemas.microsoft.com/office/drawing/2014/main" val="2549638762"/>
                    </a:ext>
                  </a:extLst>
                </a:gridCol>
                <a:gridCol w="731054">
                  <a:extLst>
                    <a:ext uri="{9D8B030D-6E8A-4147-A177-3AD203B41FA5}">
                      <a16:colId xmlns:a16="http://schemas.microsoft.com/office/drawing/2014/main" val="3771008717"/>
                    </a:ext>
                  </a:extLst>
                </a:gridCol>
                <a:gridCol w="731054">
                  <a:extLst>
                    <a:ext uri="{9D8B030D-6E8A-4147-A177-3AD203B41FA5}">
                      <a16:colId xmlns:a16="http://schemas.microsoft.com/office/drawing/2014/main" val="2140472284"/>
                    </a:ext>
                  </a:extLst>
                </a:gridCol>
              </a:tblGrid>
              <a:tr h="205413"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solidFill>
                            <a:schemeClr val="bg1"/>
                          </a:solidFill>
                          <a:latin typeface="Source Sans Pro"/>
                        </a:rPr>
                        <a:t>Metric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/>
                        </a:rPr>
                        <a:t>2021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/>
                        </a:rPr>
                        <a:t>2022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/>
                        </a:rPr>
                        <a:t>2023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/>
                        </a:rPr>
                        <a:t>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/>
                        </a:rPr>
                        <a:t>2025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17807"/>
                  </a:ext>
                </a:extLst>
              </a:tr>
              <a:tr h="147373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Net Profit Margin</a:t>
                      </a:r>
                      <a:r>
                        <a:rPr lang="en-GB" sz="1400" b="1" i="0" u="none" strike="noStrike" kern="1200" baseline="300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16.51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15.53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8.67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12.99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12.43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8627937"/>
                  </a:ext>
                </a:extLst>
              </a:tr>
              <a:tr h="14264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Gross Profit Margin</a:t>
                      </a:r>
                      <a:r>
                        <a:rPr lang="en-GB" sz="1400" b="1" i="0" u="none" strike="noStrike" kern="1200" baseline="300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1</a:t>
                      </a:r>
                      <a:endParaRPr lang="en-GB" sz="1400" b="1" i="0" u="none" strike="noStrike" kern="1200" noProof="0">
                        <a:solidFill>
                          <a:schemeClr val="accent1"/>
                        </a:solidFill>
                        <a:effectLst/>
                        <a:latin typeface="Source Sans Pro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57.86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56.79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59.03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59.87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58.92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5784782"/>
                  </a:ext>
                </a:extLst>
              </a:tr>
              <a:tr h="14264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Op. Profit Margin</a:t>
                      </a:r>
                      <a:r>
                        <a:rPr lang="en-GB" sz="1400" b="1" i="0" u="none" strike="noStrike" kern="1200" baseline="300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1</a:t>
                      </a:r>
                      <a:endParaRPr lang="en-GB" sz="1400" b="1" i="0" u="none" strike="noStrike" kern="1200" noProof="0">
                        <a:solidFill>
                          <a:schemeClr val="accent1"/>
                        </a:solidFill>
                        <a:effectLst/>
                        <a:latin typeface="Source Sans Pro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24.29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22.27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17.08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21.28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21.17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9219332"/>
                  </a:ext>
                </a:extLst>
              </a:tr>
              <a:tr h="178310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Assets Turnover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Source Sans Pro"/>
                        </a:rPr>
                        <a:t>0.39</a:t>
                      </a: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Source Sans Pro"/>
                        </a:rPr>
                        <a:t>0.37</a:t>
                      </a: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Source Sans Pro"/>
                        </a:rPr>
                        <a:t>0.35</a:t>
                      </a: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Source Sans Pro"/>
                        </a:rPr>
                        <a:t>0.35</a:t>
                      </a: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Source Sans Pro"/>
                        </a:rPr>
                        <a:t>0.35</a:t>
                      </a:r>
                    </a:p>
                  </a:txBody>
                  <a:tcPr marL="9525" marR="9525" marT="9525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8608826"/>
                  </a:ext>
                </a:extLst>
              </a:tr>
              <a:tr h="178310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Receivables Turnover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Source Sans Pro"/>
                        </a:rPr>
                        <a:t>5.59</a:t>
                      </a: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Source Sans Pro"/>
                        </a:rPr>
                        <a:t>5.66</a:t>
                      </a: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Source Sans Pro"/>
                        </a:rPr>
                        <a:t>5.40</a:t>
                      </a: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Source Sans Pro"/>
                        </a:rPr>
                        <a:t>5.27</a:t>
                      </a:r>
                    </a:p>
                  </a:txBody>
                  <a:tcPr marL="9525" marR="9525" marT="9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Source Sans Pro"/>
                        </a:rPr>
                        <a:t>5.19</a:t>
                      </a:r>
                    </a:p>
                  </a:txBody>
                  <a:tcPr marL="9525" marR="9525" marT="9525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7913287"/>
                  </a:ext>
                </a:extLst>
              </a:tr>
              <a:tr h="14264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ROE</a:t>
                      </a:r>
                      <a:r>
                        <a:rPr lang="en-GB" sz="1400" b="1" i="0" u="none" strike="noStrike" kern="1200" baseline="300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1</a:t>
                      </a:r>
                      <a:endParaRPr lang="en-GB" sz="1400" b="1" i="0" u="none" strike="noStrike" kern="1200" noProof="0">
                        <a:solidFill>
                          <a:schemeClr val="accent1"/>
                        </a:solidFill>
                        <a:effectLst/>
                        <a:latin typeface="Source Sans Pro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30.10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24.43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20.38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19.31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18.44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9962360"/>
                  </a:ext>
                </a:extLst>
              </a:tr>
              <a:tr h="142648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ROA</a:t>
                      </a:r>
                      <a:r>
                        <a:rPr lang="en-GB" sz="1400" b="1" i="0" u="none" strike="noStrike" kern="1200" baseline="300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1</a:t>
                      </a:r>
                      <a:endParaRPr lang="en-GB" sz="1400" b="1" i="0" u="none" strike="noStrike" kern="1200" noProof="0">
                        <a:solidFill>
                          <a:schemeClr val="accent1"/>
                        </a:solidFill>
                        <a:effectLst/>
                        <a:latin typeface="Source Sans Pro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6.46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5.7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3.06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4.58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4.35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5589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ROIC</a:t>
                      </a:r>
                      <a:r>
                        <a:rPr lang="en-GB" sz="1400" b="1" i="0" u="none" strike="noStrike" kern="1200" baseline="300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1</a:t>
                      </a:r>
                      <a:endParaRPr lang="en-GB" sz="1400" b="1" i="0" u="none" strike="noStrike" kern="1200" noProof="0">
                        <a:solidFill>
                          <a:schemeClr val="accent1"/>
                        </a:solidFill>
                        <a:effectLst/>
                        <a:latin typeface="Source Sans Pro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8.29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8.09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5.31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7.17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kern="1200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7.52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6696582"/>
                  </a:ext>
                </a:extLst>
              </a:tr>
            </a:tbl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00000000-0008-0000-0800-00009B000000}"/>
              </a:ext>
              <a:ext uri="{147F2762-F138-4A5C-976F-8EAC2B608ADB}">
                <a16:predDERef xmlns:a16="http://schemas.microsoft.com/office/drawing/2014/main" pred="{00000000-0008-0000-0900-00009A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2126433"/>
              </p:ext>
            </p:extLst>
          </p:nvPr>
        </p:nvGraphicFramePr>
        <p:xfrm>
          <a:off x="6455218" y="1946246"/>
          <a:ext cx="5255375" cy="30376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10FDD-B8A8-DE8A-C6D7-4903F63E633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427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E094A-FBE5-365E-A7BA-3FF490C4A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12EA2475-E653-DE01-18F5-AAB7FF43CE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9107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EA2475-E653-DE01-18F5-AAB7FF43CE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1FD539-22E4-EDF8-9B26-32D3A2064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/>
              <a:t>Leverage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4B2E8-120B-F14F-4CAE-E8E1DB9FA05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Verizon carries high but stable leverage, typical of large-cap telecom issuers with predictable cash flows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32E15-A55F-98D0-6A9F-1F260565554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8E0719EE-2F10-4694-9C9F-5BFC4FE1F8D2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AE3F36-A2E2-2CC2-E10B-75BC5677B56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623E813E-C931-7DF4-EE71-CB6F2C7571CC}"/>
              </a:ext>
            </a:extLst>
          </p:cNvPr>
          <p:cNvSpPr txBox="1">
            <a:spLocks/>
          </p:cNvSpPr>
          <p:nvPr/>
        </p:nvSpPr>
        <p:spPr>
          <a:xfrm>
            <a:off x="478800" y="1454263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Evolution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E9D85-3621-4F46-70A3-9A554E39FBD7}"/>
              </a:ext>
            </a:extLst>
          </p:cNvPr>
          <p:cNvSpPr txBox="1">
            <a:spLocks/>
          </p:cNvSpPr>
          <p:nvPr/>
        </p:nvSpPr>
        <p:spPr>
          <a:xfrm>
            <a:off x="6455218" y="1454400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PMC Scoring Model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62A84D1-10C8-529A-BE27-8BD7ED7818EC}"/>
              </a:ext>
            </a:extLst>
          </p:cNvPr>
          <p:cNvSpPr txBox="1">
            <a:spLocks/>
          </p:cNvSpPr>
          <p:nvPr/>
        </p:nvSpPr>
        <p:spPr>
          <a:xfrm>
            <a:off x="479425" y="1951037"/>
            <a:ext cx="5255375" cy="4214813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5CECC898-B5B7-94B6-D283-DA611BC43ECD}"/>
              </a:ext>
            </a:extLst>
          </p:cNvPr>
          <p:cNvSpPr txBox="1">
            <a:spLocks/>
          </p:cNvSpPr>
          <p:nvPr/>
        </p:nvSpPr>
        <p:spPr>
          <a:xfrm>
            <a:off x="6455218" y="5190665"/>
            <a:ext cx="5256733" cy="975184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300">
                <a:latin typeface="Source Sans Pro"/>
                <a:ea typeface="Source Sans Pro"/>
              </a:rPr>
              <a:t>Verizon scores </a:t>
            </a:r>
            <a:r>
              <a:rPr lang="en-US" sz="1300" b="1">
                <a:latin typeface="Source Sans Pro"/>
                <a:ea typeface="Source Sans Pro"/>
              </a:rPr>
              <a:t>well below the median</a:t>
            </a:r>
            <a:r>
              <a:rPr lang="en-US" sz="1300">
                <a:latin typeface="Source Sans Pro"/>
                <a:ea typeface="Source Sans Pro"/>
              </a:rPr>
              <a:t>, reflecting its significantly </a:t>
            </a:r>
            <a:r>
              <a:rPr lang="en-US" sz="1300" b="1">
                <a:latin typeface="Source Sans Pro"/>
                <a:ea typeface="Source Sans Pro"/>
              </a:rPr>
              <a:t>higher leverage relative to peers</a:t>
            </a:r>
            <a:r>
              <a:rPr lang="en-US" sz="1300">
                <a:latin typeface="Source Sans Pro"/>
                <a:ea typeface="Source Sans Pro"/>
              </a:rPr>
              <a:t>, notably trailing BCE, AT&amp;T and T-Mobile.</a:t>
            </a:r>
            <a:endParaRPr lang="en-GB" sz="1300">
              <a:latin typeface="Source Sans Pro"/>
              <a:ea typeface="Source Sans Pro"/>
            </a:endParaRPr>
          </a:p>
        </p:txBody>
      </p:sp>
      <p:sp>
        <p:nvSpPr>
          <p:cNvPr id="15" name="Content Placeholder 15">
            <a:extLst>
              <a:ext uri="{FF2B5EF4-FFF2-40B4-BE49-F238E27FC236}">
                <a16:creationId xmlns:a16="http://schemas.microsoft.com/office/drawing/2014/main" id="{F7A43955-B9DB-5CF0-3FFA-97576F5460F8}"/>
              </a:ext>
            </a:extLst>
          </p:cNvPr>
          <p:cNvSpPr txBox="1">
            <a:spLocks/>
          </p:cNvSpPr>
          <p:nvPr/>
        </p:nvSpPr>
        <p:spPr>
          <a:xfrm>
            <a:off x="478067" y="4004520"/>
            <a:ext cx="5256733" cy="2161330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300" b="1">
                <a:latin typeface="Source Sans Pro"/>
                <a:ea typeface="Source Sans Pro"/>
              </a:rPr>
              <a:t>Debt/Equity </a:t>
            </a:r>
            <a:r>
              <a:rPr lang="en-US" sz="1300">
                <a:latin typeface="Source Sans Pro"/>
                <a:ea typeface="Source Sans Pro"/>
              </a:rPr>
              <a:t>has remained broadly stable at ~1.0x, reflecting Verizon's consistent </a:t>
            </a:r>
            <a:r>
              <a:rPr lang="en-US" sz="1300" b="1">
                <a:latin typeface="Source Sans Pro"/>
                <a:ea typeface="Source Sans Pro"/>
              </a:rPr>
              <a:t>reliance on debt financing</a:t>
            </a:r>
            <a:r>
              <a:rPr lang="en-US" sz="1300">
                <a:latin typeface="Source Sans Pro"/>
                <a:ea typeface="Source Sans Pro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300" b="1">
                <a:latin typeface="Source Sans Pro"/>
                <a:ea typeface="Source Sans Pro"/>
              </a:rPr>
              <a:t>Debt/EBITDA </a:t>
            </a:r>
            <a:r>
              <a:rPr lang="en-US" sz="1300">
                <a:latin typeface="Source Sans Pro"/>
                <a:ea typeface="Source Sans Pro"/>
              </a:rPr>
              <a:t>of 3.34x and </a:t>
            </a:r>
            <a:r>
              <a:rPr lang="en-US" sz="1300" b="1">
                <a:latin typeface="Source Sans Pro"/>
                <a:ea typeface="Source Sans Pro"/>
              </a:rPr>
              <a:t>Net Debt/EBITDA </a:t>
            </a:r>
            <a:r>
              <a:rPr lang="en-US" sz="1300">
                <a:latin typeface="Source Sans Pro"/>
                <a:ea typeface="Source Sans Pro"/>
              </a:rPr>
              <a:t>of</a:t>
            </a:r>
            <a:r>
              <a:rPr lang="en-US" sz="1300" b="1">
                <a:latin typeface="Source Sans Pro"/>
                <a:ea typeface="Source Sans Pro"/>
              </a:rPr>
              <a:t> </a:t>
            </a:r>
            <a:r>
              <a:rPr lang="en-US" sz="1300">
                <a:latin typeface="Source Sans Pro"/>
                <a:ea typeface="Source Sans Pro"/>
              </a:rPr>
              <a:t>3.06x</a:t>
            </a:r>
            <a:r>
              <a:rPr lang="en-US" sz="1300" b="1">
                <a:latin typeface="Source Sans Pro"/>
                <a:ea typeface="Source Sans Pro"/>
              </a:rPr>
              <a:t> </a:t>
            </a:r>
            <a:r>
              <a:rPr lang="en-US" sz="1300">
                <a:latin typeface="Source Sans Pro"/>
                <a:ea typeface="Source Sans Pro"/>
              </a:rPr>
              <a:t>are elevated but in line with telecom norms, where </a:t>
            </a:r>
            <a:r>
              <a:rPr lang="en-US" sz="1300" b="1">
                <a:latin typeface="Source Sans Pro"/>
                <a:ea typeface="Source Sans Pro"/>
              </a:rPr>
              <a:t>high debt loads are supported by recurring revenues.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300" b="1">
                <a:latin typeface="Source Sans Pro"/>
                <a:ea typeface="Source Sans Pro"/>
              </a:rPr>
              <a:t>Equity/Assets </a:t>
            </a:r>
            <a:r>
              <a:rPr lang="en-US" sz="1300">
                <a:latin typeface="Source Sans Pro"/>
                <a:ea typeface="Source Sans Pro"/>
              </a:rPr>
              <a:t>remains low at 0.26, confirming the </a:t>
            </a:r>
            <a:r>
              <a:rPr lang="en-US" sz="1300" b="1">
                <a:latin typeface="Source Sans Pro"/>
                <a:ea typeface="Source Sans Pro"/>
              </a:rPr>
              <a:t>asset-heavy, debt-funded nature </a:t>
            </a:r>
            <a:r>
              <a:rPr lang="en-US" sz="1300">
                <a:latin typeface="Source Sans Pro"/>
                <a:ea typeface="Source Sans Pro"/>
              </a:rPr>
              <a:t>of Verizon's balance sheet.</a:t>
            </a:r>
            <a:endParaRPr lang="en-GB" sz="1300">
              <a:latin typeface="Source Sans Pro"/>
              <a:ea typeface="Source Sans Pro"/>
            </a:endParaRPr>
          </a:p>
        </p:txBody>
      </p:sp>
      <p:graphicFrame>
        <p:nvGraphicFramePr>
          <p:cNvPr id="16" name="Content Placeholder 12">
            <a:extLst>
              <a:ext uri="{FF2B5EF4-FFF2-40B4-BE49-F238E27FC236}">
                <a16:creationId xmlns:a16="http://schemas.microsoft.com/office/drawing/2014/main" id="{E56D841D-7EA7-10A0-BD7A-D31D2FE124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4776600"/>
              </p:ext>
            </p:extLst>
          </p:nvPr>
        </p:nvGraphicFramePr>
        <p:xfrm>
          <a:off x="477559" y="1914401"/>
          <a:ext cx="5257241" cy="1919303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44531">
                  <a:extLst>
                    <a:ext uri="{9D8B030D-6E8A-4147-A177-3AD203B41FA5}">
                      <a16:colId xmlns:a16="http://schemas.microsoft.com/office/drawing/2014/main" val="2762860748"/>
                    </a:ext>
                  </a:extLst>
                </a:gridCol>
                <a:gridCol w="702542">
                  <a:extLst>
                    <a:ext uri="{9D8B030D-6E8A-4147-A177-3AD203B41FA5}">
                      <a16:colId xmlns:a16="http://schemas.microsoft.com/office/drawing/2014/main" val="2738840686"/>
                    </a:ext>
                  </a:extLst>
                </a:gridCol>
                <a:gridCol w="702542">
                  <a:extLst>
                    <a:ext uri="{9D8B030D-6E8A-4147-A177-3AD203B41FA5}">
                      <a16:colId xmlns:a16="http://schemas.microsoft.com/office/drawing/2014/main" val="3662370473"/>
                    </a:ext>
                  </a:extLst>
                </a:gridCol>
                <a:gridCol w="702542">
                  <a:extLst>
                    <a:ext uri="{9D8B030D-6E8A-4147-A177-3AD203B41FA5}">
                      <a16:colId xmlns:a16="http://schemas.microsoft.com/office/drawing/2014/main" val="2549638762"/>
                    </a:ext>
                  </a:extLst>
                </a:gridCol>
                <a:gridCol w="702542">
                  <a:extLst>
                    <a:ext uri="{9D8B030D-6E8A-4147-A177-3AD203B41FA5}">
                      <a16:colId xmlns:a16="http://schemas.microsoft.com/office/drawing/2014/main" val="3771008717"/>
                    </a:ext>
                  </a:extLst>
                </a:gridCol>
                <a:gridCol w="702542">
                  <a:extLst>
                    <a:ext uri="{9D8B030D-6E8A-4147-A177-3AD203B41FA5}">
                      <a16:colId xmlns:a16="http://schemas.microsoft.com/office/drawing/2014/main" val="2140472284"/>
                    </a:ext>
                  </a:extLst>
                </a:gridCol>
              </a:tblGrid>
              <a:tr h="367570">
                <a:tc>
                  <a:txBody>
                    <a:bodyPr/>
                    <a:lstStyle/>
                    <a:p>
                      <a:pPr algn="l"/>
                      <a:r>
                        <a:rPr lang="en-GB" sz="1400" noProof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</a:rPr>
                        <a:t>Metric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 panose="020B0503030403020204" pitchFamily="34" charset="0"/>
                        </a:rPr>
                        <a:t>2021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 panose="020B0503030403020204" pitchFamily="34" charset="0"/>
                        </a:rPr>
                        <a:t>2022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 panose="020B0503030403020204" pitchFamily="34" charset="0"/>
                        </a:rPr>
                        <a:t>2023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 panose="020B0503030403020204" pitchFamily="34" charset="0"/>
                        </a:rPr>
                        <a:t>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noProof="0">
                          <a:latin typeface="Source Sans Pro" panose="020B0503030403020204" pitchFamily="34" charset="0"/>
                        </a:rPr>
                        <a:t>2025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17807"/>
                  </a:ext>
                </a:extLst>
              </a:tr>
              <a:tr h="449023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 panose="020B0503030403020204" pitchFamily="34" charset="0"/>
                        </a:rPr>
                        <a:t>Debt/Equity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0.78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1.00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1.01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0.86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1.03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8627937"/>
                  </a:ext>
                </a:extLst>
              </a:tr>
              <a:tr h="367570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 panose="020B0503030403020204" pitchFamily="34" charset="0"/>
                        </a:rPr>
                        <a:t>Debt/EBITDA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3.16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3.13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3.49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2.80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3.34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5784782"/>
                  </a:ext>
                </a:extLst>
              </a:tr>
              <a:tr h="367570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 panose="020B0503030403020204" pitchFamily="34" charset="0"/>
                        </a:rPr>
                        <a:t>Equity/Assets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0.25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9219332"/>
                  </a:ext>
                </a:extLst>
              </a:tr>
              <a:tr h="367570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 panose="020B0503030403020204" pitchFamily="34" charset="0"/>
                        </a:rPr>
                        <a:t>Net Debt/EBITDA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3.26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3.3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3.78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3.16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3.06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4981943"/>
                  </a:ext>
                </a:extLst>
              </a:tr>
            </a:tbl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0000000-0008-0000-0800-00009C000000}"/>
              </a:ext>
              <a:ext uri="{147F2762-F138-4A5C-976F-8EAC2B608ADB}">
                <a16:predDERef xmlns:a16="http://schemas.microsoft.com/office/drawing/2014/main" pred="{00000000-0008-0000-0900-00009B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7060523"/>
              </p:ext>
            </p:extLst>
          </p:nvPr>
        </p:nvGraphicFramePr>
        <p:xfrm>
          <a:off x="6455218" y="1946247"/>
          <a:ext cx="5255375" cy="3073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05CEA-6796-9FE0-2EA1-AD23F4B74FC0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922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25554-A8A8-4518-EBF3-977001837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FF172B35-BED6-58BC-45F0-06F8EE8AA01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01850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15" imgH="416" progId="TCLayout.ActiveDocument.1">
                  <p:embed/>
                </p:oleObj>
              </mc:Choice>
              <mc:Fallback>
                <p:oleObj name="think-cell Slide" r:id="rId16" imgW="415" imgH="41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172B35-BED6-58BC-45F0-06F8EE8AA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86288FB-F8E5-BB77-404F-52323200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/>
              <a:t>Debt Governance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04873-1F26-D038-4D1C-E9BABE95284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>
                <a:latin typeface="Source Sans Pro"/>
                <a:ea typeface="Source Sans Pro"/>
              </a:rPr>
              <a:t>Verizon’s favourable debt maturity distribution reduces refinancing risks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CF03A-980A-E96F-A785-4762665FED4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33FE5ADD-8F95-4143-86B6-5974828F09E6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9FD38CC-5171-747E-35CE-C894D1616B9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D8FEF75-9BCA-17B8-9D58-69C018DEE492}"/>
              </a:ext>
            </a:extLst>
          </p:cNvPr>
          <p:cNvSpPr txBox="1">
            <a:spLocks/>
          </p:cNvSpPr>
          <p:nvPr/>
        </p:nvSpPr>
        <p:spPr>
          <a:xfrm>
            <a:off x="478800" y="1454263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Debt Maturities (in Billions of €)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AA19EB9-54F2-7EA5-C19F-2686891BE877}"/>
              </a:ext>
            </a:extLst>
          </p:cNvPr>
          <p:cNvSpPr txBox="1">
            <a:spLocks/>
          </p:cNvSpPr>
          <p:nvPr/>
        </p:nvSpPr>
        <p:spPr>
          <a:xfrm>
            <a:off x="6455218" y="1454400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PMC Scoring Model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151854B-48A7-DA70-EEDC-351657CB4A85}"/>
              </a:ext>
            </a:extLst>
          </p:cNvPr>
          <p:cNvSpPr txBox="1">
            <a:spLocks/>
          </p:cNvSpPr>
          <p:nvPr/>
        </p:nvSpPr>
        <p:spPr>
          <a:xfrm>
            <a:off x="479425" y="1860477"/>
            <a:ext cx="5255375" cy="4214813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F9951310-05B6-9366-2B6F-D7640A31FE65}"/>
              </a:ext>
            </a:extLst>
          </p:cNvPr>
          <p:cNvSpPr txBox="1">
            <a:spLocks/>
          </p:cNvSpPr>
          <p:nvPr/>
        </p:nvSpPr>
        <p:spPr>
          <a:xfrm>
            <a:off x="6455218" y="5219734"/>
            <a:ext cx="5256733" cy="946115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endParaRPr lang="en-GB" sz="1300">
              <a:latin typeface="Source Sans Pro"/>
              <a:ea typeface="Source Sans Pro"/>
            </a:endParaRPr>
          </a:p>
        </p:txBody>
      </p:sp>
      <p:sp>
        <p:nvSpPr>
          <p:cNvPr id="15" name="Content Placeholder 15">
            <a:extLst>
              <a:ext uri="{FF2B5EF4-FFF2-40B4-BE49-F238E27FC236}">
                <a16:creationId xmlns:a16="http://schemas.microsoft.com/office/drawing/2014/main" id="{B3A27EAB-BECA-F919-5DCF-BF30A754E472}"/>
              </a:ext>
            </a:extLst>
          </p:cNvPr>
          <p:cNvSpPr txBox="1">
            <a:spLocks/>
          </p:cNvSpPr>
          <p:nvPr/>
        </p:nvSpPr>
        <p:spPr>
          <a:xfrm>
            <a:off x="479425" y="4322223"/>
            <a:ext cx="5256733" cy="1838252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300"/>
              <a:t>The 2026 maturity wall is </a:t>
            </a:r>
            <a:r>
              <a:rPr lang="en-US" sz="1300" b="1"/>
              <a:t>minimal at 1.24 bn</a:t>
            </a:r>
            <a:r>
              <a:rPr lang="en-US" sz="1300"/>
              <a:t>, limiting near-term refinancing pressure and supporting the </a:t>
            </a:r>
            <a:r>
              <a:rPr lang="en-US" sz="1300" b="1"/>
              <a:t>favorable distribution </a:t>
            </a:r>
            <a:r>
              <a:rPr lang="en-US" sz="1300"/>
              <a:t>narrative.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300" b="1"/>
              <a:t>Maturities are heavily back-loaded</a:t>
            </a:r>
            <a:r>
              <a:rPr lang="en-US" sz="1300"/>
              <a:t>, with the 2028 peak and 2030 spike remaining well above the period average, however spread across distinct years, </a:t>
            </a:r>
            <a:r>
              <a:rPr lang="en-US" sz="1300" b="1"/>
              <a:t>avoiding a single concentrated</a:t>
            </a:r>
            <a:r>
              <a:rPr lang="en-US" sz="1300"/>
              <a:t> refinancing event.</a:t>
            </a:r>
            <a:endParaRPr lang="en-GB" sz="130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0000000-0008-0000-0800-0000A8000000}"/>
              </a:ext>
              <a:ext uri="{147F2762-F138-4A5C-976F-8EAC2B608ADB}">
                <a16:predDERef xmlns:a16="http://schemas.microsoft.com/office/drawing/2014/main" pred="{00000000-0008-0000-0900-00009C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2805336"/>
              </p:ext>
            </p:extLst>
          </p:nvPr>
        </p:nvGraphicFramePr>
        <p:xfrm>
          <a:off x="6455218" y="1946246"/>
          <a:ext cx="5255375" cy="252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82669C4F-9DDD-3C82-C09B-0DEE46DF681E}"/>
              </a:ext>
            </a:extLst>
          </p:cNvPr>
          <p:cNvSpPr txBox="1">
            <a:spLocks/>
          </p:cNvSpPr>
          <p:nvPr/>
        </p:nvSpPr>
        <p:spPr>
          <a:xfrm>
            <a:off x="6455843" y="4644782"/>
            <a:ext cx="5255375" cy="1521069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300"/>
              <a:t>Verizon scores </a:t>
            </a:r>
            <a:r>
              <a:rPr lang="en-GB" sz="1300" b="1"/>
              <a:t>at the peer median and above the mean</a:t>
            </a:r>
            <a:r>
              <a:rPr lang="en-GB" sz="1300"/>
              <a:t> in Debt Governance, in line with large-cap peers BCE, AT&amp;T and T-Mobile.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300"/>
              <a:t>Despite its elevated absolute debt load, Verizon's governance score reflects </a:t>
            </a:r>
            <a:r>
              <a:rPr lang="en-GB" sz="1300" b="1"/>
              <a:t>disciplined maturity management </a:t>
            </a:r>
            <a:r>
              <a:rPr lang="en-GB" sz="1300"/>
              <a:t>and a </a:t>
            </a:r>
            <a:r>
              <a:rPr lang="en-GB" sz="1300" b="1"/>
              <a:t>structured deleveraging commitment </a:t>
            </a:r>
            <a:r>
              <a:rPr lang="en-GB" sz="1300"/>
              <a:t>through 2027.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259B6E65-05D1-180D-A3A4-3E5A5BB66392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9683278"/>
              </p:ext>
            </p:extLst>
          </p:nvPr>
        </p:nvGraphicFramePr>
        <p:xfrm>
          <a:off x="398463" y="2033588"/>
          <a:ext cx="5419725" cy="1979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981119F3-CAE1-322F-584B-8307750045A6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822325" y="3989388"/>
            <a:ext cx="368300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B30B18C-9B01-42E8-8928-D318C9E6DFED}" type="datetime'''''''''''''''2''''''0''''''2''6'''">
              <a:rPr lang="en-GB" altLang="en-US" sz="14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2026</a:t>
            </a:fld>
            <a:endParaRPr lang="en-GB" sz="1400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981119F3-CAE1-322F-584B-8307750045A6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1873250" y="3989388"/>
            <a:ext cx="368300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B11082A-0BE6-44A0-9D37-685D8C3A05D0}" type="datetime'''''''''''2''''''''''''''''''0''''''''''''''2''''''''7'''''''">
              <a:rPr lang="en-GB" altLang="en-US" sz="14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2027</a:t>
            </a:fld>
            <a:endParaRPr lang="en-GB" sz="140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981119F3-CAE1-322F-584B-8307750045A6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924175" y="3989388"/>
            <a:ext cx="368300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B4E2A84-25BD-40CC-B274-28E6FF945C08}" type="datetime'''2''''0''''''''''''''''2''''''''8'''''''''''''''''''''">
              <a:rPr lang="en-GB" altLang="en-US" sz="14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2028</a:t>
            </a:fld>
            <a:endParaRPr lang="en-GB" sz="1400"/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E3D18DFC-EED6-C8F0-EF40-B6D818E87F3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3975100" y="3989388"/>
            <a:ext cx="368300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003762D-C2C2-40DC-908E-D025F41742A3}" type="datetime'2''''0''''''''2''''''''''''''''''''''''''''9'''''''''">
              <a:rPr lang="en-GB" altLang="en-US" sz="14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2029</a:t>
            </a:fld>
            <a:endParaRPr lang="en-GB" sz="140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47225BC4-B092-DB81-764B-61C2B9FE995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5026025" y="3989388"/>
            <a:ext cx="368300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51C08CC-B4D2-4E72-9B9B-840AA1180EF6}" type="datetime'''''''''''''''''''''''''''''''''''2''''0''3''''''''0'''''''''">
              <a:rPr lang="en-GB" altLang="en-US" sz="14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2030</a:t>
            </a:fld>
            <a:endParaRPr lang="en-GB" sz="140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FCAEF30-43EB-109F-1EEB-6E91C695300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825500" y="3451225"/>
            <a:ext cx="361950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EB8AE88F-FA2A-40B8-A612-9B1C0DE72437}" type="datetime'1'''''''''''''''''''''''',''''''''''2''''''''''''''''1'">
              <a:rPr lang="en-GB" altLang="en-US" sz="1400" smtClean="0"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1,21</a:t>
            </a:fld>
            <a:endParaRPr lang="en-GB" sz="140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D0B9BC2-B84B-F006-0413-9484F987A075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1876425" y="3041650"/>
            <a:ext cx="361950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557A3296-9294-4B07-B116-61D8BA84D52B}" type="datetime'''3'''''''''''''''''''''',''''''70'''''''''''''''''">
              <a:rPr lang="en-GB" altLang="en-US" sz="1400" smtClean="0"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3,70</a:t>
            </a:fld>
            <a:endParaRPr lang="en-GB" sz="140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FC4E25E-D92D-B95D-77BF-39F77BEB9A8E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2882900" y="1835150"/>
            <a:ext cx="450850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A76619BD-E541-426D-B6FD-010463292394}" type="datetime'''1''''''''''''''''''''''1,''''0''''''''3'''''''''''''">
              <a:rPr lang="en-GB" altLang="en-US" sz="1400" smtClean="0"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11,03</a:t>
            </a:fld>
            <a:endParaRPr lang="en-GB" sz="140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EDD911E4-B25B-2DAE-0D46-C3F94439A3DB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3978275" y="2232025"/>
            <a:ext cx="361950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BBD84BD0-B4AD-4885-9327-C39D52320590}" type="datetime'''''8,''''''6''''''''''''''''''''2'''''''''''''''''''''''">
              <a:rPr lang="en-GB" altLang="en-US" sz="1400" smtClean="0"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8,62</a:t>
            </a:fld>
            <a:endParaRPr lang="en-GB" sz="140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89020ADB-2B7A-B0A6-1A3F-7C623A749EE7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4984750" y="1941513"/>
            <a:ext cx="450850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BDEFE71D-059C-4467-9B19-125A35EB60AF}" type="datetime'''''1''0'',''''''''''''''''''''''''3''''''''''''''''8'''">
              <a:rPr lang="en-GB" altLang="en-US" sz="1400" smtClean="0"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10,38</a:t>
            </a:fld>
            <a:endParaRPr lang="en-GB" sz="140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B8D47E9-52B0-4EF2-685A-5F4C7A238E75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552450" y="1897063"/>
            <a:ext cx="250825" cy="1873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981119F3-CAE1-322F-584B-8307750045A6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854075" y="1860550"/>
            <a:ext cx="1141413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84CA38D2-0064-4877-A6EE-705B685ED9C1}" type="datetime'''Deb''''''''t Mat''''''u''ri''t''''''''i''''''''''es'''''''''">
              <a:rPr lang="en-GB" altLang="en-US" sz="1400" smtClean="0"/>
              <a:pPr lvl="0">
                <a:spcBef>
                  <a:spcPct val="0"/>
                </a:spcBef>
                <a:spcAft>
                  <a:spcPct val="0"/>
                </a:spcAft>
              </a:pPr>
              <a:t>Debt Maturities</a:t>
            </a:fld>
            <a:endParaRPr lang="en-GB" sz="1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060906-234E-E75A-B743-7A6AAC36D9F4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522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8FBA-453C-4A47-C272-FA6351553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7717B6BA-4C2C-0015-4DD2-BC0E244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99831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17B6BA-4C2C-0015-4DD2-BC0E244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E64408A-F193-1DB6-BB54-164B085FC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/>
              <a:t>PMC Credit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B3AD8-6906-258D-725E-898431B709C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/>
              <a:t>Verizon’s strong liquidity and debt governance are offset by peer lagging leverage, placing it mid-pack with a final score of 70.78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5A36A-A3FA-5914-4ECF-952319168BE5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E33A41-DB3F-4962-AD45-543525AB9A44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4E0AF3-AB7F-7BB8-0B05-4B9FA6B1F62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GB"/>
              <a:t>Sources: Bloomberg, PMC Scoring Model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FF4BB84-56C9-A459-82EA-92EE66489BA0}"/>
              </a:ext>
            </a:extLst>
          </p:cNvPr>
          <p:cNvSpPr txBox="1">
            <a:spLocks/>
          </p:cNvSpPr>
          <p:nvPr/>
        </p:nvSpPr>
        <p:spPr>
          <a:xfrm>
            <a:off x="479425" y="1860477"/>
            <a:ext cx="5255375" cy="4214813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CF5F152B-7117-9600-7854-0D5A4409629E}"/>
              </a:ext>
            </a:extLst>
          </p:cNvPr>
          <p:cNvSpPr txBox="1">
            <a:spLocks/>
          </p:cNvSpPr>
          <p:nvPr/>
        </p:nvSpPr>
        <p:spPr>
          <a:xfrm>
            <a:off x="6455218" y="4788908"/>
            <a:ext cx="5256733" cy="1376942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 b="1">
              <a:latin typeface="Source Sans Pro"/>
              <a:ea typeface="Source Sans Pro"/>
            </a:endParaRPr>
          </a:p>
        </p:txBody>
      </p:sp>
      <p:sp>
        <p:nvSpPr>
          <p:cNvPr id="15" name="Content Placeholder 15">
            <a:extLst>
              <a:ext uri="{FF2B5EF4-FFF2-40B4-BE49-F238E27FC236}">
                <a16:creationId xmlns:a16="http://schemas.microsoft.com/office/drawing/2014/main" id="{76701A51-BA36-63AF-BB3D-1DEAD94F7B13}"/>
              </a:ext>
            </a:extLst>
          </p:cNvPr>
          <p:cNvSpPr txBox="1">
            <a:spLocks/>
          </p:cNvSpPr>
          <p:nvPr/>
        </p:nvSpPr>
        <p:spPr>
          <a:xfrm>
            <a:off x="478067" y="4782493"/>
            <a:ext cx="5256733" cy="1383356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 b="1">
              <a:latin typeface="Source Sans Pro"/>
              <a:ea typeface="Source Sans Pro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1AAA48E-BC79-02DA-1C80-C7A4DB0E8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036953"/>
              </p:ext>
            </p:extLst>
          </p:nvPr>
        </p:nvGraphicFramePr>
        <p:xfrm>
          <a:off x="477560" y="1932731"/>
          <a:ext cx="11233428" cy="2588386"/>
        </p:xfrm>
        <a:graphic>
          <a:graphicData uri="http://schemas.openxmlformats.org/drawingml/2006/table">
            <a:tbl>
              <a:tblPr/>
              <a:tblGrid>
                <a:gridCol w="1904886">
                  <a:extLst>
                    <a:ext uri="{9D8B030D-6E8A-4147-A177-3AD203B41FA5}">
                      <a16:colId xmlns:a16="http://schemas.microsoft.com/office/drawing/2014/main" val="275071914"/>
                    </a:ext>
                  </a:extLst>
                </a:gridCol>
                <a:gridCol w="1554757">
                  <a:extLst>
                    <a:ext uri="{9D8B030D-6E8A-4147-A177-3AD203B41FA5}">
                      <a16:colId xmlns:a16="http://schemas.microsoft.com/office/drawing/2014/main" val="193088105"/>
                    </a:ext>
                  </a:extLst>
                </a:gridCol>
                <a:gridCol w="1554757">
                  <a:extLst>
                    <a:ext uri="{9D8B030D-6E8A-4147-A177-3AD203B41FA5}">
                      <a16:colId xmlns:a16="http://schemas.microsoft.com/office/drawing/2014/main" val="2812181924"/>
                    </a:ext>
                  </a:extLst>
                </a:gridCol>
                <a:gridCol w="1554757">
                  <a:extLst>
                    <a:ext uri="{9D8B030D-6E8A-4147-A177-3AD203B41FA5}">
                      <a16:colId xmlns:a16="http://schemas.microsoft.com/office/drawing/2014/main" val="986840808"/>
                    </a:ext>
                  </a:extLst>
                </a:gridCol>
                <a:gridCol w="1554757">
                  <a:extLst>
                    <a:ext uri="{9D8B030D-6E8A-4147-A177-3AD203B41FA5}">
                      <a16:colId xmlns:a16="http://schemas.microsoft.com/office/drawing/2014/main" val="77958941"/>
                    </a:ext>
                  </a:extLst>
                </a:gridCol>
                <a:gridCol w="1554757">
                  <a:extLst>
                    <a:ext uri="{9D8B030D-6E8A-4147-A177-3AD203B41FA5}">
                      <a16:colId xmlns:a16="http://schemas.microsoft.com/office/drawing/2014/main" val="3729622305"/>
                    </a:ext>
                  </a:extLst>
                </a:gridCol>
                <a:gridCol w="1554757">
                  <a:extLst>
                    <a:ext uri="{9D8B030D-6E8A-4147-A177-3AD203B41FA5}">
                      <a16:colId xmlns:a16="http://schemas.microsoft.com/office/drawing/2014/main" val="1636834045"/>
                    </a:ext>
                  </a:extLst>
                </a:gridCol>
              </a:tblGrid>
              <a:tr h="354145">
                <a:tc>
                  <a:txBody>
                    <a:bodyPr/>
                    <a:lstStyle/>
                    <a:p>
                      <a:pPr algn="l" fontAlgn="ctr"/>
                      <a:r>
                        <a:rPr lang="en-GB" sz="1100" b="1" i="0" u="none" strike="noStrike" noProof="0">
                          <a:solidFill>
                            <a:srgbClr val="FFFFFF"/>
                          </a:solidFill>
                          <a:effectLst/>
                          <a:latin typeface="Source Sans Pro"/>
                        </a:rPr>
                        <a:t>  Metric Group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8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04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GB" sz="1100" b="1" i="0" u="none" strike="noStrike" kern="1200" noProof="0">
                          <a:solidFill>
                            <a:srgbClr val="FFFFFF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Verizon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78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8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04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GB" sz="1100" b="1" i="0" u="none" strike="noStrike" kern="1200" noProof="0">
                          <a:solidFill>
                            <a:srgbClr val="FFFFFF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T-Mobile 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78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8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04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GB" sz="1100" b="1" i="0" u="none" strike="noStrike" kern="1200" noProof="0">
                          <a:solidFill>
                            <a:srgbClr val="FFFFFF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AT&amp;T Inc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78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8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04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GB" sz="1100" b="1" i="0" u="none" strike="noStrike" kern="1200" noProof="0">
                          <a:solidFill>
                            <a:srgbClr val="FFFFFF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Rogers Communications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78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8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04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GB" sz="1100" b="1" i="0" u="none" strike="noStrike" kern="1200" noProof="0">
                          <a:solidFill>
                            <a:srgbClr val="FFFFFF"/>
                          </a:solidFill>
                          <a:effectLst/>
                          <a:latin typeface="Source Sans Pro"/>
                          <a:ea typeface="+mn-ea"/>
                          <a:cs typeface="+mn-cs"/>
                        </a:rPr>
                        <a:t>TELUS Corp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78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8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04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 noProof="0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BCE Inc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78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8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0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746648"/>
                  </a:ext>
                </a:extLst>
              </a:tr>
              <a:tr h="24824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</a:rPr>
                        <a:t>  Liquidity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64.12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85.14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24.36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84.93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172136"/>
                  </a:ext>
                </a:extLst>
              </a:tr>
              <a:tr h="24824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</a:rPr>
                        <a:t>  Coverage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90.38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94.74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23.85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66.99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877510"/>
                  </a:ext>
                </a:extLst>
              </a:tr>
              <a:tr h="24824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</a:rPr>
                        <a:t>  Profitability &amp; Turnover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72.51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74.22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81.74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91.09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686492"/>
                  </a:ext>
                </a:extLst>
              </a:tr>
              <a:tr h="24824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</a:rPr>
                        <a:t>  Leverage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21.70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34.16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1.44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56.79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231753"/>
                  </a:ext>
                </a:extLst>
              </a:tr>
              <a:tr h="24824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</a:rPr>
                        <a:t>  Debt Governance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41360"/>
                  </a:ext>
                </a:extLst>
              </a:tr>
              <a:tr h="24824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</a:rPr>
                        <a:t>  Markets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76.79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82.65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747563"/>
                  </a:ext>
                </a:extLst>
              </a:tr>
              <a:tr h="24824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 panose="020B0503030403020204" pitchFamily="34" charset="0"/>
                        </a:rPr>
                        <a:t>  Country Risks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162670"/>
                  </a:ext>
                </a:extLst>
              </a:tr>
              <a:tr h="248249">
                <a:tc>
                  <a:txBody>
                    <a:bodyPr/>
                    <a:lstStyle/>
                    <a:p>
                      <a:pPr algn="l" fontAlgn="b"/>
                      <a:endParaRPr lang="en-GB" sz="1100" b="1" i="0" u="none" strike="noStrike" noProof="0">
                        <a:solidFill>
                          <a:schemeClr val="accent1"/>
                        </a:solidFill>
                        <a:effectLst/>
                        <a:latin typeface="Source Sans Pr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noProof="0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noProof="0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noProof="0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noProof="0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noProof="0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GB" sz="1200" b="0" i="0" u="none" strike="noStrike" noProof="0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743961"/>
                  </a:ext>
                </a:extLst>
              </a:tr>
              <a:tr h="24824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1" i="0" u="none" strike="noStrike" noProof="0">
                          <a:solidFill>
                            <a:schemeClr val="accent1"/>
                          </a:solidFill>
                          <a:effectLst/>
                          <a:latin typeface="Source Sans Pro"/>
                        </a:rPr>
                        <a:t>  Final Scores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70.78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73.46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86.57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29.97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22.44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i="0" u="none" strike="noStrike" noProof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68.05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37E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683809"/>
                  </a:ext>
                </a:extLst>
              </a:tr>
            </a:tbl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49CE1BA-26DC-B88B-F2D5-A625C67A2B31}"/>
              </a:ext>
            </a:extLst>
          </p:cNvPr>
          <p:cNvSpPr txBox="1">
            <a:spLocks/>
          </p:cNvSpPr>
          <p:nvPr/>
        </p:nvSpPr>
        <p:spPr>
          <a:xfrm>
            <a:off x="477560" y="1454400"/>
            <a:ext cx="11233428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PMC Scoring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91028-CD1D-5AA0-F3A1-D8CEFFBDC81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0054A0CF-7FE0-D88C-F60E-EBC13A2AFD89}"/>
              </a:ext>
            </a:extLst>
          </p:cNvPr>
          <p:cNvSpPr txBox="1">
            <a:spLocks/>
          </p:cNvSpPr>
          <p:nvPr/>
        </p:nvSpPr>
        <p:spPr>
          <a:xfrm>
            <a:off x="2101914" y="4818901"/>
            <a:ext cx="2009038" cy="13286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b="1">
                <a:latin typeface="Source Sans Pro"/>
                <a:ea typeface="Source Sans Pro"/>
              </a:rPr>
              <a:t>Strengths: </a:t>
            </a:r>
          </a:p>
          <a:p>
            <a:pPr marL="511175" lvl="1" indent="-285750"/>
            <a:r>
              <a:rPr lang="en-GB" sz="1400">
                <a:latin typeface="Source Sans Pro"/>
                <a:ea typeface="Source Sans Pro"/>
              </a:rPr>
              <a:t>Liquidity</a:t>
            </a:r>
          </a:p>
          <a:p>
            <a:pPr marL="511175" lvl="1" indent="-285750"/>
            <a:r>
              <a:rPr lang="en-GB" sz="1400">
                <a:latin typeface="Source Sans Pro"/>
                <a:ea typeface="Source Sans Pro"/>
              </a:rPr>
              <a:t>Coverage</a:t>
            </a:r>
          </a:p>
          <a:p>
            <a:pPr marL="511175" lvl="1" indent="-285750"/>
            <a:r>
              <a:rPr lang="en-GB" sz="1400">
                <a:latin typeface="Source Sans Pro"/>
                <a:ea typeface="Source Sans Pro"/>
              </a:rPr>
              <a:t>Debt Governance</a:t>
            </a:r>
            <a:r>
              <a:rPr lang="en-GB" sz="1400" b="1">
                <a:latin typeface="Source Sans Pro"/>
                <a:ea typeface="Source Sans Pro"/>
              </a:rPr>
              <a:t> </a:t>
            </a:r>
          </a:p>
        </p:txBody>
      </p:sp>
      <p:pic>
        <p:nvPicPr>
          <p:cNvPr id="21" name="Graphic 20" descr="Warning with solid fill">
            <a:extLst>
              <a:ext uri="{FF2B5EF4-FFF2-40B4-BE49-F238E27FC236}">
                <a16:creationId xmlns:a16="http://schemas.microsoft.com/office/drawing/2014/main" id="{4D0FE6A7-9427-786B-E51E-1115B3595A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17598" y="5090144"/>
            <a:ext cx="803190" cy="803190"/>
          </a:xfrm>
          <a:prstGeom prst="rect">
            <a:avLst/>
          </a:prstGeom>
        </p:spPr>
      </p:pic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248FF35C-0760-64A0-2D55-FDAFE7FAC82B}"/>
              </a:ext>
            </a:extLst>
          </p:cNvPr>
          <p:cNvSpPr txBox="1">
            <a:spLocks/>
          </p:cNvSpPr>
          <p:nvPr/>
        </p:nvSpPr>
        <p:spPr>
          <a:xfrm>
            <a:off x="7956925" y="4809849"/>
            <a:ext cx="2009038" cy="13286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b="1">
                <a:latin typeface="Source Sans Pro"/>
                <a:ea typeface="Source Sans Pro"/>
              </a:rPr>
              <a:t>Weaknesses: </a:t>
            </a:r>
          </a:p>
          <a:p>
            <a:pPr marL="511175" lvl="1" indent="-285750"/>
            <a:r>
              <a:rPr lang="en-GB" sz="1400">
                <a:latin typeface="Source Sans Pro"/>
                <a:ea typeface="Source Sans Pro"/>
              </a:rPr>
              <a:t>Leverage</a:t>
            </a:r>
          </a:p>
          <a:p>
            <a:pPr marL="511175" lvl="1" indent="-285750"/>
            <a:r>
              <a:rPr lang="en-GB" sz="1400">
                <a:latin typeface="Source Sans Pro"/>
                <a:ea typeface="Source Sans Pro"/>
              </a:rPr>
              <a:t>Country Risks</a:t>
            </a:r>
            <a:r>
              <a:rPr lang="en-GB" sz="1400" b="1">
                <a:latin typeface="Source Sans Pro"/>
                <a:ea typeface="Source Sans Pro"/>
              </a:rPr>
              <a:t> </a:t>
            </a:r>
          </a:p>
        </p:txBody>
      </p:sp>
      <p:pic>
        <p:nvPicPr>
          <p:cNvPr id="24" name="Graphic 23" descr="Checkmark with solid fill">
            <a:extLst>
              <a:ext uri="{FF2B5EF4-FFF2-40B4-BE49-F238E27FC236}">
                <a16:creationId xmlns:a16="http://schemas.microsoft.com/office/drawing/2014/main" id="{ED8C0613-4843-254F-147F-DBDFEA4EF6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573" y="5090144"/>
            <a:ext cx="803190" cy="80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1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354BF-D0A9-7FE6-71E3-62E22AA23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9ED498-14C3-E1AF-61DD-7443546313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Investment Team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ED111-149A-BCEE-4EBC-26C0685145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Bond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05490-5B4B-1370-6598-DEB811842F3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02001B69-7822-48F9-8786-3B2014611DA9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3BD30867-69B1-805C-A0D0-698621E35D9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22800" y="6091200"/>
            <a:ext cx="1376363" cy="239971"/>
          </a:xfrm>
        </p:spPr>
        <p:txBody>
          <a:bodyPr/>
          <a:lstStyle/>
          <a:p>
            <a:r>
              <a:rPr lang="en-US"/>
              <a:t>Spring 2026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008007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1EC21-711D-75D7-50EF-B8EF8E6A2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CE432EC9-31A5-DD8A-3630-8AECC15F005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72055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432EC9-31A5-DD8A-3630-8AECC15F00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5E34E15-8F93-DCD6-4524-35629AAD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/>
              <a:t>VZ 1.600 15/12/2030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79E7A-0151-DB96-1AD1-26049C0FFFB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9D299-5926-F554-DDAB-E2BBBBA69E1D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1A47429-58F6-44AA-93E6-6D6041FFCE0C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CE7CB0-444F-6062-9498-8DB227B46B4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F331408-82DD-C0E3-1ADD-05F1DBCA90BA}"/>
              </a:ext>
            </a:extLst>
          </p:cNvPr>
          <p:cNvSpPr txBox="1">
            <a:spLocks/>
          </p:cNvSpPr>
          <p:nvPr/>
        </p:nvSpPr>
        <p:spPr>
          <a:xfrm>
            <a:off x="478800" y="1454263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General Info and Covenants Analysis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773B9CE-E395-16D8-AAB2-217FC44D9FDA}"/>
              </a:ext>
            </a:extLst>
          </p:cNvPr>
          <p:cNvSpPr txBox="1">
            <a:spLocks/>
          </p:cNvSpPr>
          <p:nvPr/>
        </p:nvSpPr>
        <p:spPr>
          <a:xfrm>
            <a:off x="6455218" y="1454400"/>
            <a:ext cx="5256000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PMC Scoring Model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2D1E730-C1A0-D73C-F1DC-0633C4FD70D5}"/>
              </a:ext>
            </a:extLst>
          </p:cNvPr>
          <p:cNvSpPr txBox="1">
            <a:spLocks/>
          </p:cNvSpPr>
          <p:nvPr/>
        </p:nvSpPr>
        <p:spPr>
          <a:xfrm>
            <a:off x="479425" y="1860477"/>
            <a:ext cx="5255375" cy="4214813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latin typeface="Source Sans Pro"/>
              <a:ea typeface="Source Sans Pro"/>
            </a:endParaRPr>
          </a:p>
        </p:txBody>
      </p:sp>
      <p:sp>
        <p:nvSpPr>
          <p:cNvPr id="11" name="Content Placeholder 15">
            <a:extLst>
              <a:ext uri="{FF2B5EF4-FFF2-40B4-BE49-F238E27FC236}">
                <a16:creationId xmlns:a16="http://schemas.microsoft.com/office/drawing/2014/main" id="{5D070340-8786-1B4C-650D-D000FFFC73F1}"/>
              </a:ext>
            </a:extLst>
          </p:cNvPr>
          <p:cNvSpPr txBox="1">
            <a:spLocks/>
          </p:cNvSpPr>
          <p:nvPr/>
        </p:nvSpPr>
        <p:spPr>
          <a:xfrm>
            <a:off x="6455218" y="4788908"/>
            <a:ext cx="5256733" cy="1376942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0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0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Verizon’s score is above both the mean and the median due to:</a:t>
            </a:r>
            <a:endParaRPr lang="en-GB" sz="1400">
              <a:latin typeface="Source Sans Pro"/>
              <a:ea typeface="Source Sans Pro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b="1"/>
              <a:t>Low OAS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>
                <a:latin typeface="Source Sans Pro"/>
                <a:ea typeface="Source Sans Pro"/>
              </a:rPr>
              <a:t>Overall,</a:t>
            </a:r>
            <a:r>
              <a:rPr lang="en-GB" sz="1400" b="1">
                <a:latin typeface="Source Sans Pro"/>
                <a:ea typeface="Source Sans Pro"/>
              </a:rPr>
              <a:t> lower volatility </a:t>
            </a:r>
            <a:r>
              <a:rPr lang="en-GB" sz="1400">
                <a:latin typeface="Source Sans Pro"/>
                <a:ea typeface="Source Sans Pro"/>
              </a:rPr>
              <a:t>when compared to its peers</a:t>
            </a:r>
          </a:p>
          <a:p>
            <a:r>
              <a:rPr lang="en-GB" sz="1400"/>
              <a:t>Weakness: Low liquidity score, high beta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71A3F6B6-8EDF-C5BA-938F-B5C507A7E4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3315443"/>
              </p:ext>
            </p:extLst>
          </p:nvPr>
        </p:nvGraphicFramePr>
        <p:xfrm>
          <a:off x="6455218" y="1946247"/>
          <a:ext cx="5255375" cy="2671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54034710-4D91-4F07-470C-C17FC9E28050}"/>
              </a:ext>
            </a:extLst>
          </p:cNvPr>
          <p:cNvSpPr txBox="1">
            <a:spLocks/>
          </p:cNvSpPr>
          <p:nvPr/>
        </p:nvSpPr>
        <p:spPr>
          <a:xfrm>
            <a:off x="479425" y="1951037"/>
            <a:ext cx="5255375" cy="4214813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 kern="12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225425" indent="-225425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 kern="1200">
                <a:solidFill>
                  <a:schemeClr val="accent1"/>
                </a:solidFill>
                <a:latin typeface="Source Sans Pro SemiBold" panose="020B0503030403020204" pitchFamily="34" charset="0"/>
                <a:ea typeface="+mn-ea"/>
                <a:cs typeface="+mn-cs"/>
              </a:defRPr>
            </a:lvl3pPr>
            <a:lvl4pPr marL="11112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1112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800" b="0" i="1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1" i="1" kern="1200">
                <a:solidFill>
                  <a:schemeClr val="accent2"/>
                </a:solidFill>
                <a:latin typeface="Source Sans Pro" panose="020B0503030403020204" pitchFamily="34" charset="0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800" i="1" kern="1200">
                <a:solidFill>
                  <a:schemeClr val="accent3"/>
                </a:solidFill>
                <a:latin typeface="Source Sans Pro" panose="020B0503030403020204" pitchFamily="34" charset="0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 kern="1200">
                <a:solidFill>
                  <a:schemeClr val="accent1"/>
                </a:solidFill>
                <a:latin typeface="Source Sans Pro" panose="020B050303040302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/>
              <a:t>Issuer: Verizon Communications Inc.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/>
              <a:t>Rank: Sr Unsecured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/>
              <a:t>Coupon: 1.600 % (semi-annual)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/>
              <a:t>Maturity: 15/12/2030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/>
              <a:t>Yield to Maturity: </a:t>
            </a:r>
            <a:r>
              <a:rPr lang="en-GB" sz="1400" b="1"/>
              <a:t>5.17%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/>
              <a:t>Price: </a:t>
            </a:r>
            <a:r>
              <a:rPr lang="en-GB" sz="1400" b="1"/>
              <a:t>85.38%</a:t>
            </a:r>
            <a:endParaRPr lang="en-GB" sz="140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/>
              <a:t>(Macaulay) Duration: 4.36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/>
              <a:t>Convexity: 0.22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/>
              <a:t>Covenants:  Negative Pledge, Negative Covenant, Certain Sales of Assets, Restriction on Activities, Restrictive Covenant and M&amp;A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40D8F2-1DE0-7FEF-26D2-74DCF4D626C4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737594-B7FC-26CB-AB73-8BAE0794028D}"/>
              </a:ext>
            </a:extLst>
          </p:cNvPr>
          <p:cNvSpPr txBox="1"/>
          <p:nvPr/>
        </p:nvSpPr>
        <p:spPr>
          <a:xfrm>
            <a:off x="6793812" y="2210310"/>
            <a:ext cx="6520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</a:rPr>
              <a:t>Telus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CC6A98-525F-E394-831D-69F85F29B7C4}"/>
              </a:ext>
            </a:extLst>
          </p:cNvPr>
          <p:cNvSpPr txBox="1"/>
          <p:nvPr/>
        </p:nvSpPr>
        <p:spPr>
          <a:xfrm>
            <a:off x="6774762" y="2654177"/>
            <a:ext cx="6520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</a:rPr>
              <a:t>Rogers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88C284-7E4F-D20E-53F7-EA5C9F6666CD}"/>
              </a:ext>
            </a:extLst>
          </p:cNvPr>
          <p:cNvSpPr txBox="1"/>
          <p:nvPr/>
        </p:nvSpPr>
        <p:spPr>
          <a:xfrm>
            <a:off x="6708087" y="3541911"/>
            <a:ext cx="6520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</a:rPr>
              <a:t>T-Mobile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B9DC34-1F42-7563-720D-0FBBC8FD3CE7}"/>
              </a:ext>
            </a:extLst>
          </p:cNvPr>
          <p:cNvSpPr txBox="1"/>
          <p:nvPr/>
        </p:nvSpPr>
        <p:spPr>
          <a:xfrm>
            <a:off x="6750827" y="3999771"/>
            <a:ext cx="6520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</a:rPr>
              <a:t>Verizon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ED9B5B-1478-D5FC-4033-21A81BA2B31E}"/>
              </a:ext>
            </a:extLst>
          </p:cNvPr>
          <p:cNvSpPr txBox="1"/>
          <p:nvPr/>
        </p:nvSpPr>
        <p:spPr>
          <a:xfrm>
            <a:off x="6793812" y="3084051"/>
            <a:ext cx="6520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</a:rPr>
              <a:t>AT&amp;T</a:t>
            </a:r>
          </a:p>
        </p:txBody>
      </p:sp>
    </p:spTree>
    <p:extLst>
      <p:ext uri="{BB962C8B-B14F-4D97-AF65-F5344CB8AC3E}">
        <p14:creationId xmlns:p14="http://schemas.microsoft.com/office/powerpoint/2010/main" val="21555539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6EB63-97BE-F433-06E1-254ABE301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DB3941-BBA8-E30B-9244-07AE3B6A13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Investment Team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2A355-9D75-9992-6A72-882E48A81D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Investment Thesis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8D3E4-CF6C-5B36-2482-3AC637820E0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A92CD18C-3950-450F-BFCE-7623472274AF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E3529B89-8E84-E1D2-D092-700E6A34A40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22800" y="6091200"/>
            <a:ext cx="1376363" cy="239971"/>
          </a:xfrm>
        </p:spPr>
        <p:txBody>
          <a:bodyPr/>
          <a:lstStyle/>
          <a:p>
            <a:r>
              <a:rPr lang="en-US"/>
              <a:t>Spring 2026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0399845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81BEEE3-BDD2-6D8F-EAA1-4DC5325A2A6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77270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1BEEE3-BDD2-6D8F-EAA1-4DC5325A2A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E5C4F07-1C08-5B70-0970-22226E74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/>
              <a:t>Investment Thesis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3A823-6C65-0FF5-8672-DE4134743A0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Accelerating value creation through broadband scale and FCF growth while managing execution risks and high-debt sensitivity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10BBF-A24D-AD59-D79E-603F93EEDEE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7D16270-830C-4FB2-83AE-B33ED5854560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25890E-B927-9881-BAE7-1FDB4EE7B29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064178-FEA5-3547-B93E-C013E62A8C82}"/>
              </a:ext>
            </a:extLst>
          </p:cNvPr>
          <p:cNvSpPr/>
          <p:nvPr/>
        </p:nvSpPr>
        <p:spPr>
          <a:xfrm>
            <a:off x="479425" y="1440762"/>
            <a:ext cx="5255374" cy="4725088"/>
          </a:xfrm>
          <a:prstGeom prst="rect">
            <a:avLst/>
          </a:prstGeom>
          <a:solidFill>
            <a:srgbClr val="F1F3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GB" sz="1500">
              <a:solidFill>
                <a:srgbClr val="193045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500">
              <a:solidFill>
                <a:srgbClr val="193045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500">
              <a:solidFill>
                <a:srgbClr val="193045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Frontier acquisition closes at 30M+ homes passed, with </a:t>
            </a:r>
            <a:r>
              <a:rPr lang="en-GB" sz="1600" b="1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$1B+ run-rate synergies </a:t>
            </a:r>
            <a:r>
              <a:rPr lang="en-GB" sz="1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expected by 2028.</a:t>
            </a:r>
          </a:p>
          <a:p>
            <a:endParaRPr lang="en-GB" sz="160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160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National broadband convergence drives </a:t>
            </a:r>
            <a:r>
              <a:rPr lang="en-GB" sz="1600" b="1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higher-margin</a:t>
            </a:r>
            <a:r>
              <a:rPr lang="en-GB" sz="1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bundles, reducing wireless-only revenue dependency.</a:t>
            </a:r>
          </a:p>
          <a:p>
            <a:endParaRPr lang="en-GB" sz="160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160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FCF inflection targets </a:t>
            </a:r>
            <a:r>
              <a:rPr lang="en-GB" sz="1600" b="1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$21.5B+, </a:t>
            </a:r>
            <a:r>
              <a:rPr lang="en-GB" sz="1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GB" sz="1600" b="1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highest level since 2020</a:t>
            </a:r>
            <a:r>
              <a:rPr lang="en-GB" sz="1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with ample debt service coverage.</a:t>
            </a:r>
          </a:p>
          <a:p>
            <a:endParaRPr lang="en-GB" sz="160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160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Net leverage at 2.2x with a </a:t>
            </a:r>
            <a:r>
              <a:rPr lang="en-GB" sz="1600" b="1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clear deleveraging path</a:t>
            </a:r>
            <a:r>
              <a:rPr lang="en-GB" sz="1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; Fitch affirms A– / Stable in Jan-2026.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500191C-3A1B-BD36-5564-B2B5025AD520}"/>
              </a:ext>
            </a:extLst>
          </p:cNvPr>
          <p:cNvSpPr/>
          <p:nvPr/>
        </p:nvSpPr>
        <p:spPr>
          <a:xfrm rot="5400000">
            <a:off x="2738479" y="-804654"/>
            <a:ext cx="737266" cy="525537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b="1" noProof="0">
                <a:latin typeface="Source Sans Pro" panose="020B0503030403020204" pitchFamily="34" charset="0"/>
              </a:rPr>
              <a:t>CATALYSTS (+)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65B22-E015-130A-F3C7-2F9216F6C502}"/>
              </a:ext>
            </a:extLst>
          </p:cNvPr>
          <p:cNvSpPr/>
          <p:nvPr/>
        </p:nvSpPr>
        <p:spPr>
          <a:xfrm>
            <a:off x="6455844" y="1440762"/>
            <a:ext cx="5255374" cy="4725088"/>
          </a:xfrm>
          <a:prstGeom prst="rect">
            <a:avLst/>
          </a:prstGeom>
          <a:solidFill>
            <a:srgbClr val="F1F3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15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 sz="150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GB" sz="1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$20B Frontier integration carries </a:t>
            </a:r>
            <a:r>
              <a:rPr lang="en-GB" sz="1600" b="1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execution risk</a:t>
            </a:r>
            <a:r>
              <a:rPr lang="en-GB" sz="1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; synergy delays would pressure near-term FCF and slow deleveraging.</a:t>
            </a:r>
          </a:p>
          <a:p>
            <a:pPr algn="just"/>
            <a:endParaRPr lang="en-GB" sz="160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just"/>
            <a:endParaRPr lang="en-GB" sz="1600" b="1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GB" sz="1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$131B gross unsecured debt creates </a:t>
            </a:r>
            <a:r>
              <a:rPr lang="en-GB" sz="1600" b="1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 to credit market dislocations</a:t>
            </a:r>
            <a:r>
              <a:rPr lang="en-GB" sz="1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despite manageable net leverage.</a:t>
            </a:r>
          </a:p>
          <a:p>
            <a:pPr algn="just"/>
            <a:endParaRPr lang="en-US" sz="160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just"/>
            <a:endParaRPr lang="en-GB" sz="160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b="1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Wireless service revenue </a:t>
            </a:r>
            <a:r>
              <a:rPr lang="en-GB" sz="1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is expected to have weak growth in 2026; promotional intensity </a:t>
            </a:r>
            <a:r>
              <a:rPr lang="en-GB" sz="1600" b="1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compresses margins </a:t>
            </a:r>
            <a:r>
              <a:rPr lang="en-GB" sz="1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 a saturated market.</a:t>
            </a:r>
            <a:endParaRPr lang="en-US" sz="160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63E9B799-8ECD-C70E-2E70-7CA13BC3B040}"/>
              </a:ext>
            </a:extLst>
          </p:cNvPr>
          <p:cNvSpPr/>
          <p:nvPr/>
        </p:nvSpPr>
        <p:spPr>
          <a:xfrm rot="5400000">
            <a:off x="8714898" y="-804654"/>
            <a:ext cx="737266" cy="525537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GB" b="1" noProof="0">
                <a:latin typeface="Source Sans Pro" panose="020B0503030403020204" pitchFamily="34" charset="0"/>
              </a:rPr>
              <a:t>RISKS (-)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5F99B1-FFFE-0A31-232B-C12615E6D28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074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82F38-40AE-D30A-3562-A68CB64D6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FC0315-135E-7BBC-313C-EC00F846D3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Investment Team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96AC4-7D86-3626-F46D-ED3597C1D3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3100680"/>
            <a:ext cx="7451476" cy="888161"/>
          </a:xfrm>
        </p:spPr>
        <p:txBody>
          <a:bodyPr/>
          <a:lstStyle/>
          <a:p>
            <a:r>
              <a:rPr lang="en-GB" sz="6600"/>
              <a:t>Recommendation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22189-0AA8-C83E-3CD3-717F146CAB9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522526A-E4C3-426E-884C-E7B25DFC9636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BF8C47E2-CEA0-19F7-F152-4394F4EAF45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22800" y="6091200"/>
            <a:ext cx="1376363" cy="239971"/>
          </a:xfrm>
        </p:spPr>
        <p:txBody>
          <a:bodyPr/>
          <a:lstStyle/>
          <a:p>
            <a:r>
              <a:rPr lang="en-US"/>
              <a:t>Spring 2026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529049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CD59BBE-D3FA-C8AE-E3F5-CCC32E7774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8782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D59BBE-D3FA-C8AE-E3F5-CCC32E7774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6F959C0-5DF5-8147-2FB8-8F0B20101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/>
              <a:t>Recommendation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F8A6D-BCED-0FB6-83BC-265E7DCF7FD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/>
              <a:t>We see a great opportunity to profit from a currently attractive price of a bond from a large and stable company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01552-2AE1-0783-FC2B-EA1833B8AF3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BF0CEEA8-ED4A-4ED1-976A-9E6A47C3DED9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5AE201-31DC-9DBD-4B96-C37CAB68937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97EBB-1667-3577-64B6-17DB17240B39}"/>
              </a:ext>
            </a:extLst>
          </p:cNvPr>
          <p:cNvSpPr txBox="1">
            <a:spLocks/>
          </p:cNvSpPr>
          <p:nvPr/>
        </p:nvSpPr>
        <p:spPr>
          <a:xfrm>
            <a:off x="3294927" y="5092869"/>
            <a:ext cx="5602146" cy="840572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 anchor="ctr">
            <a:normAutofit/>
          </a:bodyPr>
          <a:lstStyle>
            <a:defPPr>
              <a:defRPr lang="en-PT"/>
            </a:defPPr>
            <a:lvl1pPr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/>
            <a:r>
              <a:rPr lang="en-GB" b="1" noProof="0"/>
              <a:t>Allocation in the portfolio: 2%</a:t>
            </a:r>
          </a:p>
          <a:p>
            <a:pPr algn="ctr"/>
            <a:r>
              <a:rPr lang="en-GB" b="1" noProof="0"/>
              <a:t>Duration: 4.36 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6818EDE-0469-3140-64A6-443078299CA0}"/>
              </a:ext>
            </a:extLst>
          </p:cNvPr>
          <p:cNvSpPr txBox="1">
            <a:spLocks/>
          </p:cNvSpPr>
          <p:nvPr/>
        </p:nvSpPr>
        <p:spPr>
          <a:xfrm>
            <a:off x="3359734" y="1449388"/>
            <a:ext cx="5472531" cy="3210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0" tIns="0" rIns="0" bIns="0" rtlCol="0" anchor="ctr">
            <a:noAutofit/>
          </a:bodyPr>
          <a:lstStyle>
            <a:defPPr>
              <a:defRPr lang="en-PT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i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VZ 1.600 15/12/2030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89D20D-D22C-774E-B071-AFB048D6719E}"/>
              </a:ext>
            </a:extLst>
          </p:cNvPr>
          <p:cNvSpPr txBox="1">
            <a:spLocks/>
          </p:cNvSpPr>
          <p:nvPr/>
        </p:nvSpPr>
        <p:spPr>
          <a:xfrm>
            <a:off x="3360359" y="2017509"/>
            <a:ext cx="5471588" cy="317962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 fontScale="85000" lnSpcReduction="10000"/>
          </a:bodyPr>
          <a:lstStyle>
            <a:lvl1pPr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noProof="0"/>
              <a:t>Current price: 85.38%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721916-ED2D-A00D-DB10-935837E422BA}"/>
              </a:ext>
            </a:extLst>
          </p:cNvPr>
          <p:cNvSpPr txBox="1">
            <a:spLocks/>
          </p:cNvSpPr>
          <p:nvPr/>
        </p:nvSpPr>
        <p:spPr>
          <a:xfrm>
            <a:off x="3360359" y="2492181"/>
            <a:ext cx="5471588" cy="317962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 fontScale="85000" lnSpcReduction="10000"/>
          </a:bodyPr>
          <a:lstStyle>
            <a:defPPr>
              <a:defRPr lang="en-PT"/>
            </a:defPPr>
            <a:lvl1pPr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noProof="0"/>
              <a:t>Current yield to Maturity: </a:t>
            </a:r>
            <a:r>
              <a:rPr lang="en-GB"/>
              <a:t>5.17</a:t>
            </a:r>
            <a:r>
              <a:rPr lang="en-GB" noProof="0"/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2D14A1-C645-3E4A-1E1F-A14B31CB913A}"/>
              </a:ext>
            </a:extLst>
          </p:cNvPr>
          <p:cNvSpPr txBox="1">
            <a:spLocks/>
          </p:cNvSpPr>
          <p:nvPr/>
        </p:nvSpPr>
        <p:spPr>
          <a:xfrm>
            <a:off x="3360359" y="2965838"/>
            <a:ext cx="5471588" cy="317962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 fontScale="85000" lnSpcReduction="10000"/>
          </a:bodyPr>
          <a:lstStyle>
            <a:defPPr>
              <a:defRPr lang="en-PT"/>
            </a:defPPr>
            <a:lvl1pPr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noProof="0"/>
              <a:t>Entry Price: Market Price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28EAA4-A6B8-EEEA-E98D-02DC2DF3F1C2}"/>
              </a:ext>
            </a:extLst>
          </p:cNvPr>
          <p:cNvSpPr txBox="1">
            <a:spLocks/>
          </p:cNvSpPr>
          <p:nvPr/>
        </p:nvSpPr>
        <p:spPr>
          <a:xfrm>
            <a:off x="3360359" y="3439495"/>
            <a:ext cx="5471588" cy="317962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 fontScale="85000" lnSpcReduction="10000"/>
          </a:bodyPr>
          <a:lstStyle>
            <a:defPPr>
              <a:defRPr lang="en-PT"/>
            </a:defPPr>
            <a:lvl1pPr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noProof="0"/>
              <a:t>Take Profit: Hold until Maturity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4323E9-C69C-4CDA-505E-45A5641301D8}"/>
              </a:ext>
            </a:extLst>
          </p:cNvPr>
          <p:cNvSpPr txBox="1">
            <a:spLocks/>
          </p:cNvSpPr>
          <p:nvPr/>
        </p:nvSpPr>
        <p:spPr>
          <a:xfrm>
            <a:off x="3360359" y="3916068"/>
            <a:ext cx="5471588" cy="317962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 fontScale="85000" lnSpcReduction="10000"/>
          </a:bodyPr>
          <a:lstStyle>
            <a:defPPr>
              <a:defRPr lang="en-PT"/>
            </a:defPPr>
            <a:lvl1pPr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noProof="0"/>
              <a:t>Stop Loss: Hold until Maturity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DA8A9B-2B8D-E4DA-A429-625533A8DECE}"/>
              </a:ext>
            </a:extLst>
          </p:cNvPr>
          <p:cNvSpPr txBox="1">
            <a:spLocks/>
          </p:cNvSpPr>
          <p:nvPr/>
        </p:nvSpPr>
        <p:spPr>
          <a:xfrm>
            <a:off x="3360359" y="4389725"/>
            <a:ext cx="5471588" cy="317962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90000"/>
              </a:schemeClr>
            </a:solidFill>
          </a:ln>
        </p:spPr>
        <p:txBody>
          <a:bodyPr vert="horz" lIns="90000" tIns="46800" rIns="90000" bIns="46800" rtlCol="0">
            <a:normAutofit fontScale="85000" lnSpcReduction="10000"/>
          </a:bodyPr>
          <a:lstStyle>
            <a:defPPr>
              <a:defRPr lang="en-PT"/>
            </a:defPPr>
            <a:lvl1pPr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225425" indent="-22542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>
                <a:solidFill>
                  <a:schemeClr val="accent1"/>
                </a:solidFill>
                <a:latin typeface="Source Sans Pro" panose="020B0503030403020204" pitchFamily="34" charset="0"/>
              </a:defRPr>
            </a:lvl2pPr>
            <a:lvl3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b="1" i="0">
                <a:solidFill>
                  <a:schemeClr val="accent1"/>
                </a:solidFill>
                <a:latin typeface="Source Sans Pro SemiBold" panose="020B0503030403020204" pitchFamily="34" charset="0"/>
              </a:defRPr>
            </a:lvl3pPr>
            <a:lvl4pPr marL="11112" indent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2000" b="1" i="0">
                <a:solidFill>
                  <a:schemeClr val="accent1"/>
                </a:solidFill>
                <a:latin typeface="Source Sans Pro" panose="020B0503030403020204" pitchFamily="34" charset="0"/>
              </a:defRPr>
            </a:lvl4pPr>
            <a:lvl5pPr marL="1111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b="0" i="1">
                <a:solidFill>
                  <a:schemeClr val="accent1"/>
                </a:solidFill>
                <a:latin typeface="Source Sans Pro" panose="020B0503030403020204" pitchFamily="34" charset="0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b="1" i="1">
                <a:solidFill>
                  <a:schemeClr val="accent2"/>
                </a:solidFill>
                <a:latin typeface="Source Sans Pro" panose="020B0503030403020204" pitchFamily="34" charset="0"/>
              </a:defRPr>
            </a:lvl6pPr>
            <a:lvl7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i="1">
                <a:solidFill>
                  <a:schemeClr val="accent3"/>
                </a:solidFill>
                <a:latin typeface="Source Sans Pro" panose="020B0503030403020204" pitchFamily="34" charset="0"/>
              </a:defRPr>
            </a:lvl7pPr>
            <a:lvl8pPr marL="0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tabLst>
                <a:tab pos="3860800" algn="l"/>
              </a:tabLst>
              <a:defRPr sz="900">
                <a:solidFill>
                  <a:schemeClr val="accent1"/>
                </a:solidFill>
                <a:latin typeface="Source Sans Pro" panose="020B0503030403020204" pitchFamily="34" charset="0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noProof="0"/>
              <a:t>Allocation: 2%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7851D-3CE5-4250-8190-687882F6C9E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3839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C9D02933-7A5B-F78D-92B5-F359B2107BB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D02933-7A5B-F78D-92B5-F359B2107B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D97B9E-3550-83FE-6E0B-CBF7ED93D3B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GB" noProof="0"/>
              <a:t>Investment Team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7C53C-3053-15F2-7E51-3FE219FDA8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noProof="0"/>
              <a:t>Leandro Barreira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38FC5-85DD-ADBB-60F7-9E4B193A6F49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/>
        <p:txBody>
          <a:bodyPr/>
          <a:lstStyle/>
          <a:p>
            <a:r>
              <a:rPr lang="en-GB" noProof="0"/>
              <a:t>Head of Investment Team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ABBAC3-3F1B-B431-0EE8-E3938C50E20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GB" noProof="0"/>
              <a:t>(+351) 926 559 741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551DC4-275A-3850-E413-4A389044C6A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GB" noProof="0">
                <a:hlinkClick r:id="rId6"/>
              </a:rPr>
              <a:t>LinkedIn</a:t>
            </a:r>
            <a:endParaRPr lang="en-GB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0CFC8D-1B7D-AEAD-B1EE-A4122B437B1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n-GB" noProof="0"/>
              <a:t>Jayamy Monteiro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BBFF270-9BF6-DF2E-623F-F6F6ED9A7D1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GB" noProof="0"/>
              <a:t>Investment Analyst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6F7E637-B8BE-40BF-457F-441D4D9EA8A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GB" noProof="0"/>
              <a:t>(+351) 968 280 679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77E5E0-87F8-A6C1-2BEB-5234E0FD04D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GB" u="none">
                <a:solidFill>
                  <a:schemeClr val="accent2"/>
                </a:solidFill>
                <a:latin typeface="Aptos"/>
                <a:hlinkClick r:id="rId7"/>
              </a:rPr>
              <a:t>LinkedIn</a:t>
            </a:r>
            <a:endParaRPr lang="en-GB">
              <a:solidFill>
                <a:schemeClr val="accent2"/>
              </a:solidFill>
              <a:ea typeface="Source Sans Pro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9573CEE-A191-4AA0-77C9-9514B498F7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GB" noProof="0"/>
              <a:t>Sérgio Carvalho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6516BC0-54E3-39C4-E94F-A44533EBDCE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GB" noProof="0"/>
              <a:t>Investment Analyst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CCD037D-5BD8-7468-B0FE-7117A6A5648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GB" noProof="0"/>
              <a:t>(+351) 916 282 991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517C5EC-DDB9-2878-56AB-2D1E4B118AD6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/>
        <p:txBody>
          <a:bodyPr lIns="91440" tIns="45720" rIns="91440" bIns="45720" anchor="t"/>
          <a:lstStyle/>
          <a:p>
            <a:r>
              <a:rPr lang="en-GB" noProof="0">
                <a:latin typeface="Source Sans Pro"/>
                <a:ea typeface="Source Sans Pro"/>
              </a:rPr>
              <a:t>Jorge Rosas</a:t>
            </a:r>
            <a:endParaRPr lang="en-GB" noProof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FEFFD9A-2605-1B68-9C02-0D97034B6AFC}"/>
              </a:ext>
            </a:extLst>
          </p:cNvPr>
          <p:cNvSpPr>
            <a:spLocks noGrp="1"/>
          </p:cNvSpPr>
          <p:nvPr>
            <p:ph type="body" sz="quarter" idx="103"/>
          </p:nvPr>
        </p:nvSpPr>
        <p:spPr/>
        <p:txBody>
          <a:bodyPr lIns="91440" tIns="45720" rIns="91440" bIns="45720" anchor="t"/>
          <a:lstStyle/>
          <a:p>
            <a:r>
              <a:rPr lang="en-GB" noProof="0">
                <a:latin typeface="Source Sans Pro"/>
                <a:ea typeface="Source Sans Pro"/>
              </a:rPr>
              <a:t>Investment Analyst</a:t>
            </a:r>
            <a:endParaRPr lang="en-GB" noProof="0">
              <a:ea typeface="Source Sans Pro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36A4E9F-C39A-0176-B715-C99609E24779}"/>
              </a:ext>
            </a:extLst>
          </p:cNvPr>
          <p:cNvSpPr>
            <a:spLocks noGrp="1"/>
          </p:cNvSpPr>
          <p:nvPr>
            <p:ph type="body" sz="quarter" idx="104"/>
          </p:nvPr>
        </p:nvSpPr>
        <p:spPr/>
        <p:txBody>
          <a:bodyPr lIns="91440" tIns="45720" rIns="91440" bIns="45720" anchor="t"/>
          <a:lstStyle/>
          <a:p>
            <a:r>
              <a:rPr lang="en-GB" noProof="0">
                <a:latin typeface="Source Sans Pro"/>
                <a:ea typeface="Source Sans Pro"/>
              </a:rPr>
              <a:t>(+351) 914043611</a:t>
            </a:r>
            <a:endParaRPr lang="en-GB" noProof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08E2508-6241-5D2C-60E8-A7A26D9DE174}"/>
              </a:ext>
            </a:extLst>
          </p:cNvPr>
          <p:cNvSpPr>
            <a:spLocks noGrp="1"/>
          </p:cNvSpPr>
          <p:nvPr>
            <p:ph type="body" sz="quarter" idx="105"/>
          </p:nvPr>
        </p:nvSpPr>
        <p:spPr/>
        <p:txBody>
          <a:bodyPr lIns="91440" tIns="45720" rIns="91440" bIns="45720" anchor="t"/>
          <a:lstStyle/>
          <a:p>
            <a:r>
              <a:rPr lang="en-GB" noProof="0" err="1">
                <a:solidFill>
                  <a:schemeClr val="accent2"/>
                </a:solidFill>
                <a:latin typeface="Source Sans Pro"/>
                <a:ea typeface="Source Sans Pro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GB" noProof="0">
              <a:solidFill>
                <a:schemeClr val="accent2"/>
              </a:solidFill>
              <a:latin typeface="Source Sans Pro"/>
              <a:ea typeface="Source Sans Pro"/>
              <a:hlinkClick r:id="rId8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83F5027-8998-E559-39F9-E5C4CA5BB7AD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/>
        <p:txBody>
          <a:bodyPr lIns="91440" tIns="45720" rIns="91440" bIns="45720" anchor="t"/>
          <a:lstStyle/>
          <a:p>
            <a:r>
              <a:rPr lang="en-GB" noProof="0">
                <a:latin typeface="Source Sans Pro"/>
                <a:ea typeface="Source Sans Pro"/>
              </a:rPr>
              <a:t>Valentina </a:t>
            </a:r>
            <a:r>
              <a:rPr lang="en-GB" noProof="0" err="1">
                <a:latin typeface="Source Sans Pro"/>
                <a:ea typeface="Source Sans Pro"/>
              </a:rPr>
              <a:t>Pispers</a:t>
            </a:r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CE61928-F81C-51DD-7966-22EFF2E50809}"/>
              </a:ext>
            </a:extLst>
          </p:cNvPr>
          <p:cNvSpPr>
            <a:spLocks noGrp="1"/>
          </p:cNvSpPr>
          <p:nvPr>
            <p:ph type="body" sz="quarter" idx="107"/>
          </p:nvPr>
        </p:nvSpPr>
        <p:spPr/>
        <p:txBody>
          <a:bodyPr lIns="91440" tIns="45720" rIns="91440" bIns="45720" anchor="t"/>
          <a:lstStyle/>
          <a:p>
            <a:r>
              <a:rPr lang="en-GB" noProof="0">
                <a:latin typeface="Source Sans Pro"/>
                <a:ea typeface="Source Sans Pro"/>
              </a:rPr>
              <a:t>Investment Analyst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F50A4-7CA2-E6D9-0643-9544ED5196F3}"/>
              </a:ext>
            </a:extLst>
          </p:cNvPr>
          <p:cNvSpPr>
            <a:spLocks noGrp="1"/>
          </p:cNvSpPr>
          <p:nvPr>
            <p:ph type="body" sz="quarter" idx="108"/>
          </p:nvPr>
        </p:nvSpPr>
        <p:spPr/>
        <p:txBody>
          <a:bodyPr lIns="91440" tIns="45720" rIns="91440" bIns="45720" anchor="t"/>
          <a:lstStyle/>
          <a:p>
            <a:r>
              <a:rPr lang="en-GB" noProof="0">
                <a:latin typeface="Source Sans Pro"/>
                <a:ea typeface="Source Sans Pro"/>
              </a:rPr>
              <a:t>(+49) 15144566755</a:t>
            </a:r>
            <a:endParaRPr lang="en-GB" noProof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5D53420-73C2-590D-D9DE-27029586AA82}"/>
              </a:ext>
            </a:extLst>
          </p:cNvPr>
          <p:cNvSpPr>
            <a:spLocks noGrp="1"/>
          </p:cNvSpPr>
          <p:nvPr>
            <p:ph type="body" sz="quarter" idx="109"/>
          </p:nvPr>
        </p:nvSpPr>
        <p:spPr/>
        <p:txBody>
          <a:bodyPr lIns="91440" tIns="45720" rIns="91440" bIns="45720" anchor="t"/>
          <a:lstStyle/>
          <a:p>
            <a:r>
              <a:rPr lang="en-GB" u="none" noProof="0">
                <a:solidFill>
                  <a:schemeClr val="accent2"/>
                </a:solidFill>
                <a:latin typeface="Apto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GB" noProof="0">
              <a:solidFill>
                <a:schemeClr val="accent2"/>
              </a:solidFill>
              <a:ea typeface="Source Sans Pro"/>
              <a:hlinkClick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GB" noProof="0">
              <a:ea typeface="Source Sans Pro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04103D8-3154-3D21-2F99-12B58133BC71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/>
        <p:txBody>
          <a:bodyPr/>
          <a:lstStyle/>
          <a:p>
            <a:r>
              <a:rPr lang="en-GB" noProof="0"/>
              <a:t>Juan Pablo Posada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36ED9D8-D932-6206-484E-15EEFCFA323A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r>
              <a:rPr lang="en-GB" noProof="0"/>
              <a:t>Investment Analyst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A7447FF-15F7-01FC-2FF1-BBC642016195}"/>
              </a:ext>
            </a:extLst>
          </p:cNvPr>
          <p:cNvSpPr>
            <a:spLocks noGrp="1"/>
          </p:cNvSpPr>
          <p:nvPr>
            <p:ph type="body" sz="quarter" idx="112"/>
          </p:nvPr>
        </p:nvSpPr>
        <p:spPr/>
        <p:txBody>
          <a:bodyPr/>
          <a:lstStyle/>
          <a:p>
            <a:r>
              <a:rPr lang="en-GB" noProof="0"/>
              <a:t>(+33) 781561288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63B0786D-869F-EEBF-88DF-20381C822CC9}"/>
              </a:ext>
            </a:extLst>
          </p:cNvPr>
          <p:cNvSpPr>
            <a:spLocks noGrp="1"/>
          </p:cNvSpPr>
          <p:nvPr>
            <p:ph type="body" sz="quarter" idx="113"/>
          </p:nvPr>
        </p:nvSpPr>
        <p:spPr/>
        <p:txBody>
          <a:bodyPr/>
          <a:lstStyle/>
          <a:p>
            <a:r>
              <a:rPr lang="en-GB" noProof="0">
                <a:hlinkClick r:id="rId10"/>
              </a:rPr>
              <a:t>LinkedIn</a:t>
            </a:r>
            <a:endParaRPr lang="en-GB" noProof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DCBE3FF-2137-E8C1-5D3B-B038E466FE52}"/>
              </a:ext>
            </a:extLst>
          </p:cNvPr>
          <p:cNvSpPr>
            <a:spLocks noGrp="1"/>
          </p:cNvSpPr>
          <p:nvPr>
            <p:ph type="pic" sz="quarter" idx="115"/>
          </p:nvPr>
        </p:nvSpPr>
        <p:spPr/>
        <p:txBody>
          <a:bodyPr/>
          <a:lstStyle/>
          <a:p>
            <a:endParaRPr lang="en-GB" noProof="0"/>
          </a:p>
        </p:txBody>
      </p:sp>
      <p:pic>
        <p:nvPicPr>
          <p:cNvPr id="17" name="Picture Placeholder 33" descr="A person wearing glasses and a black jacket&#10;&#10;AI-generated content may be incorrect.">
            <a:extLst>
              <a:ext uri="{FF2B5EF4-FFF2-40B4-BE49-F238E27FC236}">
                <a16:creationId xmlns:a16="http://schemas.microsoft.com/office/drawing/2014/main" id="{3BE1C141-FB8A-4354-7D8A-841BE4333A2A}"/>
              </a:ext>
            </a:extLst>
          </p:cNvPr>
          <p:cNvPicPr>
            <a:picLocks noGrp="1" noChangeAspect="1"/>
          </p:cNvPicPr>
          <p:nvPr>
            <p:ph type="pic" sz="quarter" idx="114"/>
          </p:nvPr>
        </p:nvPicPr>
        <p:blipFill>
          <a:blip r:embed="rId11"/>
          <a:srcRect l="16753" r="16753"/>
          <a:stretch>
            <a:fillRect/>
          </a:stretch>
        </p:blipFill>
        <p:spPr>
          <a:xfrm>
            <a:off x="6223910" y="3026866"/>
            <a:ext cx="1552575" cy="1554162"/>
          </a:xfrm>
        </p:spPr>
      </p:pic>
      <p:pic>
        <p:nvPicPr>
          <p:cNvPr id="35" name="Marcador de Posição da Imagem 33">
            <a:extLst>
              <a:ext uri="{FF2B5EF4-FFF2-40B4-BE49-F238E27FC236}">
                <a16:creationId xmlns:a16="http://schemas.microsoft.com/office/drawing/2014/main" id="{CE9D8CEF-4B1F-940A-7A56-E640297A6A4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6734" r="16734"/>
          <a:stretch>
            <a:fillRect/>
          </a:stretch>
        </p:blipFill>
        <p:spPr>
          <a:xfrm>
            <a:off x="6223910" y="1202318"/>
            <a:ext cx="1552575" cy="1554162"/>
          </a:xfrm>
          <a:prstGeom prst="rect">
            <a:avLst/>
          </a:prstGeom>
          <a:solidFill>
            <a:srgbClr val="FFFFFF"/>
          </a:solidFill>
          <a:ln w="28575">
            <a:solidFill>
              <a:srgbClr val="19304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EE1169F3-AE2B-CAC8-ED36-47B6A5880D14}"/>
              </a:ext>
            </a:extLst>
          </p:cNvPr>
          <p:cNvPicPr>
            <a:picLocks noGrp="1" noChangeAspect="1"/>
          </p:cNvPicPr>
          <p:nvPr>
            <p:ph type="pic" sz="quarter" idx="97"/>
          </p:nvPr>
        </p:nvPicPr>
        <p:blipFill>
          <a:blip r:embed="rId13"/>
          <a:srcRect l="16734" r="16734"/>
          <a:stretch>
            <a:fillRect/>
          </a:stretch>
        </p:blipFill>
        <p:spPr>
          <a:prstGeom prst="rect">
            <a:avLst/>
          </a:prstGeom>
          <a:solidFill>
            <a:srgbClr val="FFFFFF"/>
          </a:solidFill>
          <a:ln w="28575">
            <a:solidFill>
              <a:srgbClr val="19304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Picture Placeholder 36" descr="A person in a suit and tie&#10;&#10;AI-generated content may be incorrect.">
            <a:extLst>
              <a:ext uri="{FF2B5EF4-FFF2-40B4-BE49-F238E27FC236}">
                <a16:creationId xmlns:a16="http://schemas.microsoft.com/office/drawing/2014/main" id="{4D87E24B-9690-D9E8-D2C6-873143618010}"/>
              </a:ext>
            </a:extLst>
          </p:cNvPr>
          <p:cNvPicPr>
            <a:picLocks noGrp="1" noChangeAspect="1"/>
          </p:cNvPicPr>
          <p:nvPr>
            <p:ph type="pic" sz="quarter" idx="98"/>
          </p:nvPr>
        </p:nvPicPr>
        <p:blipFill>
          <a:blip r:embed="rId14"/>
          <a:srcRect l="145" r="145"/>
          <a:stretch>
            <a:fillRect/>
          </a:stretch>
        </p:blipFill>
        <p:spPr/>
      </p:pic>
      <p:pic>
        <p:nvPicPr>
          <p:cNvPr id="41" name="Picture Placeholder 40">
            <a:extLst>
              <a:ext uri="{FF2B5EF4-FFF2-40B4-BE49-F238E27FC236}">
                <a16:creationId xmlns:a16="http://schemas.microsoft.com/office/drawing/2014/main" id="{19B55F0D-F7B3-5654-D6B4-D566D9F8087C}"/>
              </a:ext>
            </a:extLst>
          </p:cNvPr>
          <p:cNvPicPr>
            <a:picLocks noGrp="1" noChangeAspect="1"/>
          </p:cNvPicPr>
          <p:nvPr>
            <p:ph type="pic" sz="quarter" idx="96"/>
          </p:nvPr>
        </p:nvPicPr>
        <p:blipFill>
          <a:blip r:embed="rId15"/>
          <a:srcRect l="7017" r="7017"/>
          <a:stretch>
            <a:fillRect/>
          </a:stretch>
        </p:blipFill>
        <p:spPr>
          <a:prstGeom prst="rect">
            <a:avLst/>
          </a:prstGeom>
          <a:solidFill>
            <a:srgbClr val="FFFFFF"/>
          </a:solidFill>
          <a:ln w="28575">
            <a:solidFill>
              <a:srgbClr val="19304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0EBF764F-4E64-21A8-1738-7DF030EA431E}"/>
              </a:ext>
            </a:extLst>
          </p:cNvPr>
          <p:cNvPicPr>
            <a:picLocks noGrp="1" noChangeAspect="1"/>
          </p:cNvPicPr>
          <p:nvPr>
            <p:ph type="pic" sz="quarter" idx="116"/>
          </p:nvPr>
        </p:nvPicPr>
        <p:blipFill>
          <a:blip r:embed="rId16"/>
          <a:srcRect t="11071" b="11071"/>
          <a:stretch>
            <a:fillRect/>
          </a:stretch>
        </p:blipFill>
        <p:spPr>
          <a:prstGeom prst="rect">
            <a:avLst/>
          </a:prstGeom>
          <a:solidFill>
            <a:srgbClr val="FFFFFF"/>
          </a:solidFill>
          <a:ln w="28575">
            <a:solidFill>
              <a:srgbClr val="19304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8FAECF67-74E3-2B00-78FB-D16BAB4033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GB" u="none">
                <a:solidFill>
                  <a:schemeClr val="accent2"/>
                </a:solidFill>
                <a:latin typeface="Aptos"/>
                <a:hlinkClick r:id="rId7"/>
              </a:rPr>
              <a:t>LinkedIn</a:t>
            </a:r>
            <a:endParaRPr lang="en-GB">
              <a:solidFill>
                <a:schemeClr val="accent2"/>
              </a:solidFill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107467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D1427A7-D1E5-2A0C-FFEF-08AB24F288C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5620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1427A7-D1E5-2A0C-FFEF-08AB24F288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2B88EA-C7B0-CEC4-77EB-89C4548A79EB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5C1327D-D779-4F92-98D9-A6D3526E7B17}" type="datetime3">
              <a:rPr lang="en-US" noProof="0" smtClean="0"/>
              <a:t>20 April 2026</a:t>
            </a:fld>
            <a:endParaRPr lang="en-GB" noProof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05C63119-E284-E4AA-21B3-765F5810F9D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22800" y="6091200"/>
            <a:ext cx="1376363" cy="239971"/>
          </a:xfrm>
        </p:spPr>
        <p:txBody>
          <a:bodyPr/>
          <a:lstStyle/>
          <a:p>
            <a:r>
              <a:rPr lang="en-US"/>
              <a:t>Spring 2026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3158568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30476-1EB6-A21F-9AD5-96EFAEADA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CF8AE61-B15C-FFD7-7814-1026917F92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2183102"/>
              </p:ext>
            </p:extLst>
          </p:nvPr>
        </p:nvGraphicFramePr>
        <p:xfrm>
          <a:off x="2482401" y="1642178"/>
          <a:ext cx="7227197" cy="4376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0B5A8CA-DFA1-111D-633C-003999EDD11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B5A8CA-DFA1-111D-633C-003999EDD1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233EED5-4946-497A-9491-F55087A2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2C406-369B-B2F9-AE62-1B689688CD1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GB"/>
              <a:t>Liquidity score done by using the adjusted ratios of Verizon, but not of the other companies (it’s probably biased in that sense)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4F817-3AD3-4F68-3D32-3F386A805BA5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BF0CEEA8-ED4A-4ED1-976A-9E6A47C3DED9}" type="datetime3">
              <a:rPr lang="en-US" smtClean="0"/>
              <a:t>20 April 2026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9A0255-C323-A356-C210-651556F3DAF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555AA-06EF-7DD8-E98E-3B30917A9A5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18FC4A2-6779-4A45-A2ED-B0F52CAF6C85}" type="slidenum">
              <a:rPr lang="en-GB" smtClean="0"/>
              <a:pPr/>
              <a:t>35</a:t>
            </a:fld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EC1AC9-26A5-08C8-DDC1-C07C4D1DFE8D}"/>
              </a:ext>
            </a:extLst>
          </p:cNvPr>
          <p:cNvCxnSpPr>
            <a:cxnSpLocks/>
          </p:cNvCxnSpPr>
          <p:nvPr/>
        </p:nvCxnSpPr>
        <p:spPr>
          <a:xfrm flipV="1">
            <a:off x="7406326" y="2143125"/>
            <a:ext cx="0" cy="3484677"/>
          </a:xfrm>
          <a:prstGeom prst="line">
            <a:avLst/>
          </a:prstGeom>
          <a:ln w="38100">
            <a:solidFill>
              <a:srgbClr val="F6A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9F1DF6-2266-4B2D-BD30-C125B254D957}"/>
              </a:ext>
            </a:extLst>
          </p:cNvPr>
          <p:cNvCxnSpPr>
            <a:cxnSpLocks/>
          </p:cNvCxnSpPr>
          <p:nvPr/>
        </p:nvCxnSpPr>
        <p:spPr>
          <a:xfrm flipV="1">
            <a:off x="7834951" y="2143124"/>
            <a:ext cx="0" cy="3484677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41CE2505-BEB1-3CD5-DB25-2CC3C761B1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626" y="3477785"/>
            <a:ext cx="1180922" cy="70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1712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642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NBfjx55VZ8VvmTox_nP2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h1e0s0f7UNTTTv4fHM.E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rojwo92yEdq12epQcfY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8UfK3rC_.QETXm5bKAr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n6ROzCC5Bh1WyjKLqOEj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hloUEozvhwjQFltJbat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30Yml9BCWr0yn49ZKvNR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1xfU6NnnEkQR_tm.Wcjl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2uYHhZHBQLaEhFwWgd1E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gSaqxmk0EPSLS7.Todpk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QuiADMztYY8i.MQh8bJJ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1BFUywW0ioZNzIQScuRx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6XW61ZhqDloIQcnoHSXB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ZGI46t7wVdS0p17lGz5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aC_Y6iK7FIJ_Yoj5DTv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Qb67cQ3hiBfbhO5PDXe1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tvb3edzxdlc4BO_ltobh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oyw0OMqri6c8ZUqxH3a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Yxr7mfiJglVuC749fpZ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p2GQkg9x75ee1Be2Jfj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5jNRmx0kuEY11F.Rc4t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pGRpReoGLEwg9l6pWQ._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o34StX40OqlS26oCBpK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K.Zlohc4whvXnmB_igeW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Y_CD0989AHodTH8JmjO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o44ab6FYZwS08qXRC92m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ZD45WjwLUOig3hk151s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6yKFz_RriNaY1TaqzGG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ZULNHd7H0WRlqCP2uy2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Bsx8XQEebfEfCjmsvmN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0s6.8eCr9bYlS_Vafu0H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WdcJuJoACx_cM74FWpv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tPLheExy7STOJW5BzZ4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cuIBCg232xnhc67sWTk3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fUtVeS3ehUf1fwa2CFk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622Z6EFOepMDaFVGn4SV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QmLu6YhK7fO9V3taYB7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Y6ifOrj7kSXnprO43sHc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2Do.AhTDz6G1qXS4pK7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lvj52vLi8OxUV_oSS1f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lpc3WS07LS_kcNXIdp5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Ep4gq2qXeU9pRSUjOWYu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Btol_PvbmSncmaqiC3p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vers and Section Breaks">
  <a:themeElements>
    <a:clrScheme name="PMC Colour Pallet 2">
      <a:dk1>
        <a:srgbClr val="000000"/>
      </a:dk1>
      <a:lt1>
        <a:srgbClr val="FFFFFF"/>
      </a:lt1>
      <a:dk2>
        <a:srgbClr val="F0F3F5"/>
      </a:dk2>
      <a:lt2>
        <a:srgbClr val="222A35"/>
      </a:lt2>
      <a:accent1>
        <a:srgbClr val="193045"/>
      </a:accent1>
      <a:accent2>
        <a:srgbClr val="97C5EB"/>
      </a:accent2>
      <a:accent3>
        <a:srgbClr val="555555"/>
      </a:accent3>
      <a:accent4>
        <a:srgbClr val="3B6189"/>
      </a:accent4>
      <a:accent5>
        <a:srgbClr val="F6781A"/>
      </a:accent5>
      <a:accent6>
        <a:srgbClr val="1A7C23"/>
      </a:accent6>
      <a:hlink>
        <a:srgbClr val="97C5EB"/>
      </a:hlink>
      <a:folHlink>
        <a:srgbClr val="193045"/>
      </a:folHlink>
    </a:clrScheme>
    <a:fontScheme name="PMC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38F94666-C23E-4465-9BBB-53DD3F950C16}" vid="{ADE649A0-1459-4411-97A4-D09B237D4CBB}"/>
    </a:ext>
  </a:extLst>
</a:theme>
</file>

<file path=ppt/theme/theme2.xml><?xml version="1.0" encoding="utf-8"?>
<a:theme xmlns:a="http://schemas.openxmlformats.org/drawingml/2006/main" name="Content">
  <a:themeElements>
    <a:clrScheme name="2024 S1 Spring PMC Pallete">
      <a:dk1>
        <a:srgbClr val="000000"/>
      </a:dk1>
      <a:lt1>
        <a:srgbClr val="FFFFFF"/>
      </a:lt1>
      <a:dk2>
        <a:srgbClr val="F0F3F5"/>
      </a:dk2>
      <a:lt2>
        <a:srgbClr val="222A35"/>
      </a:lt2>
      <a:accent1>
        <a:srgbClr val="193045"/>
      </a:accent1>
      <a:accent2>
        <a:srgbClr val="97C5EB"/>
      </a:accent2>
      <a:accent3>
        <a:srgbClr val="555555"/>
      </a:accent3>
      <a:accent4>
        <a:srgbClr val="3B6189"/>
      </a:accent4>
      <a:accent5>
        <a:srgbClr val="F6781A"/>
      </a:accent5>
      <a:accent6>
        <a:srgbClr val="1A7C23"/>
      </a:accent6>
      <a:hlink>
        <a:srgbClr val="97C5EB"/>
      </a:hlink>
      <a:folHlink>
        <a:srgbClr val="19304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38F94666-C23E-4465-9BBB-53DD3F950C16}" vid="{A986DA6E-89BC-4B88-B0E8-268BEE0F33CF}"/>
    </a:ext>
  </a:extLst>
</a:theme>
</file>

<file path=ppt/theme/theme3.xml><?xml version="1.0" encoding="utf-8"?>
<a:theme xmlns:a="http://schemas.openxmlformats.org/drawingml/2006/main" name="2_Content">
  <a:themeElements>
    <a:clrScheme name="2024 S1 Spring PMC Pallete">
      <a:dk1>
        <a:srgbClr val="000000"/>
      </a:dk1>
      <a:lt1>
        <a:srgbClr val="FFFFFF"/>
      </a:lt1>
      <a:dk2>
        <a:srgbClr val="F0F3F5"/>
      </a:dk2>
      <a:lt2>
        <a:srgbClr val="222A35"/>
      </a:lt2>
      <a:accent1>
        <a:srgbClr val="193045"/>
      </a:accent1>
      <a:accent2>
        <a:srgbClr val="97C5EB"/>
      </a:accent2>
      <a:accent3>
        <a:srgbClr val="555555"/>
      </a:accent3>
      <a:accent4>
        <a:srgbClr val="3B6189"/>
      </a:accent4>
      <a:accent5>
        <a:srgbClr val="F6781A"/>
      </a:accent5>
      <a:accent6>
        <a:srgbClr val="1A7C23"/>
      </a:accent6>
      <a:hlink>
        <a:srgbClr val="97C5EB"/>
      </a:hlink>
      <a:folHlink>
        <a:srgbClr val="19304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4 S1 Spring PMC Stock Pitch Template" id="{0D6C39A1-0B4F-48C5-BB89-4476E2707AC5}" vid="{20F236CC-8A46-4256-9C2F-8820C2FE3313}"/>
    </a:ext>
  </a:extLst>
</a:theme>
</file>

<file path=ppt/theme/theme4.xml><?xml version="1.0" encoding="utf-8"?>
<a:theme xmlns:a="http://schemas.openxmlformats.org/drawingml/2006/main" name="1_Content">
  <a:themeElements>
    <a:clrScheme name="Custom 3">
      <a:dk1>
        <a:srgbClr val="000000"/>
      </a:dk1>
      <a:lt1>
        <a:srgbClr val="FFFFFF"/>
      </a:lt1>
      <a:dk2>
        <a:srgbClr val="F0F3F5"/>
      </a:dk2>
      <a:lt2>
        <a:srgbClr val="222A35"/>
      </a:lt2>
      <a:accent1>
        <a:srgbClr val="193045"/>
      </a:accent1>
      <a:accent2>
        <a:srgbClr val="97C5EB"/>
      </a:accent2>
      <a:accent3>
        <a:srgbClr val="555555"/>
      </a:accent3>
      <a:accent4>
        <a:srgbClr val="3B6189"/>
      </a:accent4>
      <a:accent5>
        <a:srgbClr val="F0F3F5"/>
      </a:accent5>
      <a:accent6>
        <a:srgbClr val="222A35"/>
      </a:accent6>
      <a:hlink>
        <a:srgbClr val="97C5EB"/>
      </a:hlink>
      <a:folHlink>
        <a:srgbClr val="19304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4 S2 Fall PMC Presenting Slide Deck Template" id="{5C082E6B-89A5-42AC-BFD9-ECA569396F59}" vid="{1E792051-33A8-446A-A275-85631E8B31D5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60D849BFF12244B13EC63CBF0FFFF3" ma:contentTypeVersion="11" ma:contentTypeDescription="Create a new document." ma:contentTypeScope="" ma:versionID="5670255ba3572532315afcb1cf43785b">
  <xsd:schema xmlns:xsd="http://www.w3.org/2001/XMLSchema" xmlns:xs="http://www.w3.org/2001/XMLSchema" xmlns:p="http://schemas.microsoft.com/office/2006/metadata/properties" xmlns:ns2="e6052edb-da40-4fa8-8de5-81a5d7c030ff" targetNamespace="http://schemas.microsoft.com/office/2006/metadata/properties" ma:root="true" ma:fieldsID="b74fd465958dc46df6a9446dd83e7541" ns2:_="">
    <xsd:import namespace="e6052edb-da40-4fa8-8de5-81a5d7c030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052edb-da40-4fa8-8de5-81a5d7c030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00E29B-71DE-4B78-9D61-9FEA4F7618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2CBF4C-600F-4F32-A232-08E86186544F}">
  <ds:schemaRefs>
    <ds:schemaRef ds:uri="e6052edb-da40-4fa8-8de5-81a5d7c030ff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CB73B09-0F93-4A35-887B-B75BF16E2BB2}"/>
</file>

<file path=docProps/app.xml><?xml version="1.0" encoding="utf-8"?>
<Properties xmlns="http://schemas.openxmlformats.org/officeDocument/2006/extended-properties" xmlns:vt="http://schemas.openxmlformats.org/officeDocument/2006/docPropsVTypes">
  <Template>Covers and Section Breaks</Template>
  <TotalTime>0</TotalTime>
  <Words>3880</Words>
  <Application>Microsoft Macintosh PowerPoint</Application>
  <PresentationFormat>Widescreen</PresentationFormat>
  <Paragraphs>806</Paragraphs>
  <Slides>35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Aptos</vt:lpstr>
      <vt:lpstr>Arial</vt:lpstr>
      <vt:lpstr>Calibri</vt:lpstr>
      <vt:lpstr>Source Sans Pro</vt:lpstr>
      <vt:lpstr>Source Sans Pro SemiBold</vt:lpstr>
      <vt:lpstr>Times New Roman</vt:lpstr>
      <vt:lpstr>Wingdings</vt:lpstr>
      <vt:lpstr>Covers and Section Breaks</vt:lpstr>
      <vt:lpstr>Content</vt:lpstr>
      <vt:lpstr>2_Content</vt:lpstr>
      <vt:lpstr>1_Content</vt:lpstr>
      <vt:lpstr>think-cell Slide</vt:lpstr>
      <vt:lpstr>PowerPoint Presentation</vt:lpstr>
      <vt:lpstr>First Glance</vt:lpstr>
      <vt:lpstr>PowerPoint Presentation</vt:lpstr>
      <vt:lpstr>PowerPoint Presentation</vt:lpstr>
      <vt:lpstr>Elevator Pitch</vt:lpstr>
      <vt:lpstr>PowerPoint Presentation</vt:lpstr>
      <vt:lpstr>Business Overview</vt:lpstr>
      <vt:lpstr>Mission, Values and Competencies</vt:lpstr>
      <vt:lpstr>Product &amp; Services</vt:lpstr>
      <vt:lpstr>Business Model</vt:lpstr>
      <vt:lpstr>Revenue Breakdown</vt:lpstr>
      <vt:lpstr>M&amp;A Activity</vt:lpstr>
      <vt:lpstr>Ownership Summary &amp; Management Team</vt:lpstr>
      <vt:lpstr>PowerPoint Presentation</vt:lpstr>
      <vt:lpstr>Telecommunication Industry Structure</vt:lpstr>
      <vt:lpstr>Competitive Landscape </vt:lpstr>
      <vt:lpstr>Industry Overview &amp; Demand Drivers</vt:lpstr>
      <vt:lpstr>Growth beyond Connectivity</vt:lpstr>
      <vt:lpstr>PowerPoint Presentation</vt:lpstr>
      <vt:lpstr>Capital Structure</vt:lpstr>
      <vt:lpstr>Liquidity Analysis</vt:lpstr>
      <vt:lpstr>Coverage Analysis</vt:lpstr>
      <vt:lpstr>Profitability &amp; Turnover Analysis</vt:lpstr>
      <vt:lpstr>Leverage Analysis</vt:lpstr>
      <vt:lpstr>Debt Governance</vt:lpstr>
      <vt:lpstr>PMC Credit Output</vt:lpstr>
      <vt:lpstr>PowerPoint Presentation</vt:lpstr>
      <vt:lpstr>VZ 1.600 15/12/2030 </vt:lpstr>
      <vt:lpstr>PowerPoint Presentation</vt:lpstr>
      <vt:lpstr>Investment Thesis</vt:lpstr>
      <vt:lpstr>PowerPoint Presentation</vt:lpstr>
      <vt:lpstr>Recommendation</vt:lpstr>
      <vt:lpstr>PowerPoint Presentation</vt:lpstr>
      <vt:lpstr>PowerPoint Presentation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Carolina Aleixo da Silva Pereira</dc:creator>
  <cp:lastModifiedBy>Sérgio Carvalho</cp:lastModifiedBy>
  <cp:revision>1</cp:revision>
  <dcterms:created xsi:type="dcterms:W3CDTF">2025-10-05T18:37:25Z</dcterms:created>
  <dcterms:modified xsi:type="dcterms:W3CDTF">2026-04-20T19:33:06Z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0x0101001960D849BFF12244B13EC63CBF0FFFF3</vt:lpwstr>
  </property>
  <property fmtid="{D5CDD505-2E9C-101B-9397-08002B2CF9AE}" pid="3" name="MediaServiceImageTags">
    <vt:lpwstr/>
  </property>
</Properties>
</file>